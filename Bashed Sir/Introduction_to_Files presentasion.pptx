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4" r:id="rId8"/>
    <p:sldId id="267" r:id="rId9"/>
    <p:sldId id="261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5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6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1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39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7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7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9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3806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444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1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74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6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3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dirty="0"/>
              <a:t>Introduction to</a:t>
            </a:r>
            <a:r>
              <a:rPr lang="en-US" dirty="0"/>
              <a:t> </a:t>
            </a:r>
            <a:r>
              <a:rPr dirty="0"/>
              <a:t>Files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567541"/>
          </a:xfrm>
        </p:spPr>
        <p:txBody>
          <a:bodyPr>
            <a:normAutofit lnSpcReduction="10000"/>
          </a:bodyPr>
          <a:lstStyle/>
          <a:p>
            <a:pPr algn="l"/>
            <a:r>
              <a:rPr dirty="0"/>
              <a:t>A Presentation on File Management</a:t>
            </a:r>
          </a:p>
          <a:p>
            <a:r>
              <a:rPr dirty="0"/>
              <a:t>Prepared by: </a:t>
            </a:r>
            <a:r>
              <a:rPr lang="en-US" dirty="0"/>
              <a:t>S M NABIL AUSAF</a:t>
            </a:r>
          </a:p>
          <a:p>
            <a:pPr algn="ctr"/>
            <a:r>
              <a:rPr lang="en-US" dirty="0"/>
              <a:t> ID: 01</a:t>
            </a:r>
          </a:p>
          <a:p>
            <a:pPr algn="ctr"/>
            <a:r>
              <a:rPr lang="en-US" dirty="0"/>
              <a:t>          BATCH:D-91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file is a container that holds data on a storage device.</a:t>
            </a:r>
          </a:p>
          <a:p>
            <a:endParaRPr/>
          </a:p>
          <a:p>
            <a:r>
              <a:t>Files store text, images, audio, video, and more.</a:t>
            </a:r>
          </a:p>
          <a:p>
            <a:endParaRPr/>
          </a:p>
          <a:p>
            <a:r>
              <a:t>They enable humans and machines to interact with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073897"/>
            <a:ext cx="6488784" cy="4784103"/>
          </a:xfrm>
        </p:spPr>
        <p:txBody>
          <a:bodyPr/>
          <a:lstStyle/>
          <a:p>
            <a:r>
              <a:rPr dirty="0"/>
              <a:t>1. Text Files: Readable text (.txt, .csv, .html)</a:t>
            </a:r>
          </a:p>
          <a:p>
            <a:r>
              <a:rPr dirty="0"/>
              <a:t>2. Binary Files: Non-readable format (.exe, .jpg, .mp4)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Organization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Sequential Files: Data stored in order</a:t>
            </a:r>
          </a:p>
          <a:p>
            <a:r>
              <a:rPr dirty="0"/>
              <a:t>2. Indexed Files: Quick access using an index</a:t>
            </a:r>
          </a:p>
          <a:p>
            <a:r>
              <a:rPr dirty="0"/>
              <a:t>3. Direct Access Files: Fast, random access to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1900" dirty="0"/>
              <a:t>1. Creation</a:t>
            </a:r>
            <a:r>
              <a:rPr lang="en-US" sz="1900" dirty="0"/>
              <a:t>:</a:t>
            </a:r>
            <a:r>
              <a:rPr lang="en-US" sz="17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file, use the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 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createNewFile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method. It returns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file is successfully created. 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try { </a:t>
            </a:r>
          </a:p>
          <a:p>
            <a:pPr marL="0" indent="0">
              <a:buNone/>
            </a:pPr>
            <a:r>
              <a:rPr lang="en-US" dirty="0"/>
              <a:t>File </a:t>
            </a:r>
            <a:r>
              <a:rPr lang="en-US" dirty="0" err="1"/>
              <a:t>file</a:t>
            </a:r>
            <a:r>
              <a:rPr lang="en-US" dirty="0"/>
              <a:t> = new File(filename);</a:t>
            </a:r>
          </a:p>
          <a:p>
            <a:pPr marL="0" indent="0">
              <a:buNone/>
            </a:pPr>
            <a:r>
              <a:rPr lang="en-US" dirty="0"/>
              <a:t> if (</a:t>
            </a:r>
            <a:r>
              <a:rPr lang="en-US" dirty="0" err="1"/>
              <a:t>file.createNewFile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System.out.println</a:t>
            </a:r>
            <a:r>
              <a:rPr lang="en-US" dirty="0"/>
              <a:t>("File created.");</a:t>
            </a:r>
          </a:p>
          <a:p>
            <a:pPr marL="0" indent="0">
              <a:buNone/>
            </a:pPr>
            <a:r>
              <a:rPr lang="en-US" dirty="0"/>
              <a:t> } catch (</a:t>
            </a:r>
            <a:r>
              <a:rPr lang="en-US" dirty="0" err="1"/>
              <a:t>IOException</a:t>
            </a:r>
            <a:r>
              <a:rPr lang="en-US" dirty="0"/>
              <a:t> e) { </a:t>
            </a:r>
            <a:r>
              <a:rPr lang="en-US" dirty="0" err="1"/>
              <a:t>e.printStackTrace</a:t>
            </a:r>
            <a:r>
              <a:rPr lang="en-US" dirty="0"/>
              <a:t>(); }</a:t>
            </a:r>
          </a:p>
          <a:p>
            <a:r>
              <a:rPr lang="en-US" dirty="0"/>
              <a:t>2. Writing: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write data to a file, use </a:t>
            </a:r>
            <a:r>
              <a:rPr kumimoji="0" lang="en-US" altLang="en-US" sz="17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FileWriter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Always close the writer after writing.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try (</a:t>
            </a:r>
            <a:r>
              <a:rPr lang="en-US" dirty="0" err="1"/>
              <a:t>FileWriter</a:t>
            </a:r>
            <a:r>
              <a:rPr lang="en-US" dirty="0"/>
              <a:t> writer = new </a:t>
            </a:r>
            <a:r>
              <a:rPr lang="en-US" dirty="0" err="1"/>
              <a:t>FileWriter</a:t>
            </a:r>
            <a:r>
              <a:rPr lang="en-US" dirty="0"/>
              <a:t>(filename)) 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writer.write</a:t>
            </a:r>
            <a:r>
              <a:rPr lang="en-US" dirty="0"/>
              <a:t>("Hello, this is an example file!"); </a:t>
            </a:r>
          </a:p>
          <a:p>
            <a:pPr marL="0" indent="0">
              <a:buNone/>
            </a:pPr>
            <a:r>
              <a:rPr lang="en-US" dirty="0"/>
              <a:t>} catch (</a:t>
            </a:r>
            <a:r>
              <a:rPr lang="en-US" dirty="0" err="1"/>
              <a:t>IOException</a:t>
            </a:r>
            <a:r>
              <a:rPr lang="en-US" dirty="0"/>
              <a:t> e) { </a:t>
            </a:r>
            <a:r>
              <a:rPr lang="en-US" dirty="0" err="1"/>
              <a:t>e.printStackTrace</a:t>
            </a:r>
            <a:r>
              <a:rPr lang="en-US" dirty="0"/>
              <a:t>();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68522B-8960-50DA-2FBD-CC0A49855A05}"/>
              </a:ext>
            </a:extLst>
          </p:cNvPr>
          <p:cNvSpPr txBox="1"/>
          <p:nvPr/>
        </p:nvSpPr>
        <p:spPr>
          <a:xfrm>
            <a:off x="358219" y="527900"/>
            <a:ext cx="675901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2. </a:t>
            </a:r>
            <a:r>
              <a:rPr lang="en-US" sz="3600" b="1" dirty="0"/>
              <a:t>Writing: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write data to a file, use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FileWriter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Always close the writer after writing. </a:t>
            </a:r>
            <a:r>
              <a:rPr lang="en-US" sz="3600" dirty="0"/>
              <a:t> </a:t>
            </a:r>
          </a:p>
          <a:p>
            <a:pPr marL="0" indent="0">
              <a:buNone/>
            </a:pPr>
            <a:r>
              <a:rPr lang="en-US" sz="3600" dirty="0"/>
              <a:t>try (</a:t>
            </a:r>
            <a:r>
              <a:rPr lang="en-US" sz="3600" dirty="0" err="1"/>
              <a:t>FileWriter</a:t>
            </a:r>
            <a:r>
              <a:rPr lang="en-US" sz="3600" dirty="0"/>
              <a:t> writer = new </a:t>
            </a:r>
            <a:r>
              <a:rPr lang="en-US" sz="3600" dirty="0" err="1"/>
              <a:t>FileWriter</a:t>
            </a:r>
            <a:r>
              <a:rPr lang="en-US" sz="3600" dirty="0"/>
              <a:t>(filename)) {</a:t>
            </a:r>
          </a:p>
          <a:p>
            <a:pPr marL="0" indent="0">
              <a:buNone/>
            </a:pPr>
            <a:r>
              <a:rPr lang="en-US" sz="3600" dirty="0"/>
              <a:t> </a:t>
            </a:r>
            <a:r>
              <a:rPr lang="en-US" sz="3600" dirty="0" err="1"/>
              <a:t>writer.write</a:t>
            </a:r>
            <a:r>
              <a:rPr lang="en-US" sz="3600" dirty="0"/>
              <a:t>("Hello, this is an example file!"); </a:t>
            </a:r>
          </a:p>
          <a:p>
            <a:pPr marL="0" indent="0">
              <a:buNone/>
            </a:pPr>
            <a:r>
              <a:rPr lang="en-US" sz="3600" dirty="0"/>
              <a:t>} catch (</a:t>
            </a:r>
            <a:r>
              <a:rPr lang="en-US" sz="3600" dirty="0" err="1"/>
              <a:t>IOException</a:t>
            </a:r>
            <a:r>
              <a:rPr lang="en-US" sz="3600" dirty="0"/>
              <a:t> e) { </a:t>
            </a:r>
            <a:r>
              <a:rPr lang="en-US" sz="3600" dirty="0" err="1"/>
              <a:t>e.printStackTrace</a:t>
            </a:r>
            <a:r>
              <a:rPr lang="en-US" sz="3600" dirty="0"/>
              <a:t>(); }</a:t>
            </a:r>
          </a:p>
        </p:txBody>
      </p:sp>
    </p:spTree>
    <p:extLst>
      <p:ext uri="{BB962C8B-B14F-4D97-AF65-F5344CB8AC3E}">
        <p14:creationId xmlns:p14="http://schemas.microsoft.com/office/powerpoint/2010/main" val="355846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326D7B-FE39-0A1D-7179-B95FDAD4790D}"/>
              </a:ext>
            </a:extLst>
          </p:cNvPr>
          <p:cNvSpPr txBox="1"/>
          <p:nvPr/>
        </p:nvSpPr>
        <p:spPr>
          <a:xfrm>
            <a:off x="0" y="473494"/>
            <a:ext cx="713629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dirty="0"/>
              <a:t>Reading: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read data, use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BufferedReader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FileReader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lang="en-US" sz="3600" dirty="0"/>
          </a:p>
          <a:p>
            <a:endParaRPr lang="en-US" sz="2800" dirty="0"/>
          </a:p>
          <a:p>
            <a:r>
              <a:rPr lang="en-US" sz="2800" dirty="0"/>
              <a:t>try (</a:t>
            </a:r>
            <a:r>
              <a:rPr lang="en-US" sz="2800" dirty="0" err="1"/>
              <a:t>BufferedReader</a:t>
            </a:r>
            <a:r>
              <a:rPr lang="en-US" sz="2800" dirty="0"/>
              <a:t> reader = new </a:t>
            </a:r>
            <a:r>
              <a:rPr lang="en-US" sz="2800" dirty="0" err="1"/>
              <a:t>BufferedReader</a:t>
            </a:r>
            <a:r>
              <a:rPr lang="en-US" sz="2800" dirty="0"/>
              <a:t>(new </a:t>
            </a:r>
            <a:r>
              <a:rPr lang="en-US" sz="2800" dirty="0" err="1"/>
              <a:t>FileReader</a:t>
            </a:r>
            <a:r>
              <a:rPr lang="en-US" sz="2800" dirty="0"/>
              <a:t>(filename))){</a:t>
            </a:r>
          </a:p>
          <a:p>
            <a:r>
              <a:rPr lang="en-US" sz="2800" dirty="0"/>
              <a:t>String line; while ((line = </a:t>
            </a:r>
            <a:r>
              <a:rPr lang="en-US" sz="2800" dirty="0" err="1"/>
              <a:t>reader.readLine</a:t>
            </a:r>
            <a:r>
              <a:rPr lang="en-US" sz="2800" dirty="0"/>
              <a:t>()) != null() </a:t>
            </a:r>
            <a:r>
              <a:rPr lang="en-US" sz="2800" dirty="0" err="1"/>
              <a:t>System.out.println</a:t>
            </a:r>
            <a:r>
              <a:rPr lang="en-US" sz="2800" dirty="0"/>
              <a:t>(line); } </a:t>
            </a:r>
          </a:p>
          <a:p>
            <a:r>
              <a:rPr lang="en-US" sz="2800" dirty="0"/>
              <a:t>catch (</a:t>
            </a:r>
            <a:r>
              <a:rPr lang="en-US" sz="2800" dirty="0" err="1"/>
              <a:t>IOException</a:t>
            </a:r>
            <a:r>
              <a:rPr lang="en-US" sz="2800" dirty="0"/>
              <a:t> e) { </a:t>
            </a:r>
          </a:p>
          <a:p>
            <a:r>
              <a:rPr lang="en-US" sz="2800" dirty="0" err="1"/>
              <a:t>e.printStackTrace</a:t>
            </a:r>
            <a:r>
              <a:rPr lang="en-US" sz="2800" dirty="0"/>
              <a:t>(); }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98573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96A1B7-3B67-831D-0475-C89B7A035227}"/>
              </a:ext>
            </a:extLst>
          </p:cNvPr>
          <p:cNvSpPr txBox="1"/>
          <p:nvPr/>
        </p:nvSpPr>
        <p:spPr>
          <a:xfrm>
            <a:off x="424206" y="546755"/>
            <a:ext cx="644557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Opening A file: </a:t>
            </a:r>
            <a:r>
              <a:rPr lang="en-US" dirty="0"/>
              <a:t>In Java, a file is opened automatically when reading or writing.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Closing: </a:t>
            </a:r>
            <a:r>
              <a:rPr lang="en-US" dirty="0"/>
              <a:t>In Java, files are closed using .close() , as shown in the reading and writing.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Deletion</a:t>
            </a:r>
            <a:r>
              <a:rPr lang="en-US" sz="1000" dirty="0"/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delete a file, use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delete()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of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class. </a:t>
            </a:r>
          </a:p>
          <a:p>
            <a:endParaRPr lang="en-US" sz="2400" dirty="0"/>
          </a:p>
          <a:p>
            <a:r>
              <a:rPr lang="en-US" dirty="0"/>
              <a:t>File </a:t>
            </a:r>
            <a:r>
              <a:rPr lang="en-US" dirty="0" err="1"/>
              <a:t>file</a:t>
            </a:r>
            <a:r>
              <a:rPr lang="en-US" dirty="0"/>
              <a:t> = new File(filename); if (</a:t>
            </a:r>
            <a:r>
              <a:rPr lang="en-US" dirty="0" err="1"/>
              <a:t>file.delete</a:t>
            </a:r>
            <a:r>
              <a:rPr lang="en-US" dirty="0"/>
              <a:t>())      </a:t>
            </a:r>
            <a:r>
              <a:rPr lang="en-US" dirty="0" err="1"/>
              <a:t>System.out.println</a:t>
            </a:r>
            <a:r>
              <a:rPr lang="en-US" dirty="0"/>
              <a:t>("File deleted."); </a:t>
            </a:r>
          </a:p>
        </p:txBody>
      </p:sp>
    </p:spTree>
    <p:extLst>
      <p:ext uri="{BB962C8B-B14F-4D97-AF65-F5344CB8AC3E}">
        <p14:creationId xmlns:p14="http://schemas.microsoft.com/office/powerpoint/2010/main" val="95964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Security &amp;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Encryption: Protects files by encoding</a:t>
            </a:r>
          </a:p>
          <a:p>
            <a:r>
              <a:t>2. Password Protection: Restricts unauthorized access</a:t>
            </a:r>
          </a:p>
          <a:p>
            <a:r>
              <a:t>3. File Permissions: Controls read/write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Files are essential for data storage and management.</a:t>
            </a:r>
          </a:p>
          <a:p>
            <a:r>
              <a:rPr dirty="0"/>
              <a:t>Understanding file types, structure, and security is crucial.</a:t>
            </a:r>
          </a:p>
          <a:p>
            <a:r>
              <a:rPr dirty="0"/>
              <a:t>Proper file handling ensures data integrity and protection.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3A33-AA7A-FD75-E25A-6B91C1B2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THANK YOU 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357DC-1716-CE73-8646-61A686729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950590"/>
            <a:ext cx="6347714" cy="309077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Fell free to ask any Question !</a:t>
            </a:r>
          </a:p>
        </p:txBody>
      </p:sp>
    </p:spTree>
    <p:extLst>
      <p:ext uri="{BB962C8B-B14F-4D97-AF65-F5344CB8AC3E}">
        <p14:creationId xmlns:p14="http://schemas.microsoft.com/office/powerpoint/2010/main" val="193027066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464</TotalTime>
  <Words>522</Words>
  <Application>Microsoft Office PowerPoint</Application>
  <PresentationFormat>On-screen Show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Unicode MS</vt:lpstr>
      <vt:lpstr>Trebuchet MS</vt:lpstr>
      <vt:lpstr>Wingdings</vt:lpstr>
      <vt:lpstr>Wingdings 3</vt:lpstr>
      <vt:lpstr>Facet</vt:lpstr>
      <vt:lpstr>Introduction to Files</vt:lpstr>
      <vt:lpstr>Introduction to Files</vt:lpstr>
      <vt:lpstr>Types of Files</vt:lpstr>
      <vt:lpstr>File Organization &amp; Structure</vt:lpstr>
      <vt:lpstr>File Operations</vt:lpstr>
      <vt:lpstr>PowerPoint Presentation</vt:lpstr>
      <vt:lpstr>PowerPoint Presentation</vt:lpstr>
      <vt:lpstr>PowerPoint Presentation</vt:lpstr>
      <vt:lpstr>File Security &amp; Protection</vt:lpstr>
      <vt:lpstr>Conclusion</vt:lpstr>
      <vt:lpstr>THANK YOU ALL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 m nabil ausaf</dc:creator>
  <cp:keywords/>
  <dc:description>generated using python-pptx</dc:description>
  <cp:lastModifiedBy>s m nabil ausaf</cp:lastModifiedBy>
  <cp:revision>7</cp:revision>
  <dcterms:created xsi:type="dcterms:W3CDTF">2013-01-27T09:14:16Z</dcterms:created>
  <dcterms:modified xsi:type="dcterms:W3CDTF">2025-07-24T16:42:56Z</dcterms:modified>
  <cp:category/>
</cp:coreProperties>
</file>