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2" r:id="rId1"/>
  </p:sldMasterIdLst>
  <p:sldIdLst>
    <p:sldId id="256" r:id="rId2"/>
    <p:sldId id="257" r:id="rId3"/>
    <p:sldId id="258" r:id="rId4"/>
    <p:sldId id="259" r:id="rId5"/>
    <p:sldId id="260" r:id="rId6"/>
    <p:sldId id="263" r:id="rId7"/>
    <p:sldId id="261" r:id="rId8"/>
    <p:sldId id="264" r:id="rId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07" d="100"/>
          <a:sy n="107" d="100"/>
        </p:scale>
        <p:origin x="1734" y="11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4334933" y="1169931"/>
            <a:ext cx="4814835" cy="4993802"/>
            <a:chOff x="4334933" y="1169931"/>
            <a:chExt cx="4814835" cy="4993802"/>
          </a:xfrm>
        </p:grpSpPr>
        <p:cxnSp>
          <p:nvCxnSpPr>
            <p:cNvPr id="17" name="Straight Connector 16"/>
            <p:cNvCxnSpPr/>
            <p:nvPr/>
          </p:nvCxnSpPr>
          <p:spPr>
            <a:xfrm flipH="1">
              <a:off x="6009259" y="1169931"/>
              <a:ext cx="3134741" cy="3134741"/>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9" name="Straight Connector 18"/>
            <p:cNvCxnSpPr/>
            <p:nvPr/>
          </p:nvCxnSpPr>
          <p:spPr>
            <a:xfrm flipH="1">
              <a:off x="4334933" y="1348898"/>
              <a:ext cx="4814835" cy="481483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5225595" y="1469269"/>
              <a:ext cx="3912054" cy="3912054"/>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2" name="Straight Connector 21"/>
            <p:cNvCxnSpPr/>
            <p:nvPr/>
          </p:nvCxnSpPr>
          <p:spPr>
            <a:xfrm flipH="1">
              <a:off x="5304588" y="1307856"/>
              <a:ext cx="3839412" cy="3839412"/>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p:nvCxnSpPr>
          <p:spPr>
            <a:xfrm flipH="1">
              <a:off x="5707078" y="1770196"/>
              <a:ext cx="3430571" cy="3430570"/>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2" name="Title 1"/>
          <p:cNvSpPr>
            <a:spLocks noGrp="1"/>
          </p:cNvSpPr>
          <p:nvPr>
            <p:ph type="ctrTitle"/>
          </p:nvPr>
        </p:nvSpPr>
        <p:spPr>
          <a:xfrm>
            <a:off x="533400" y="533400"/>
            <a:ext cx="6154713" cy="3124201"/>
          </a:xfrm>
        </p:spPr>
        <p:txBody>
          <a:bodyPr anchor="b">
            <a:normAutofit/>
          </a:bodyPr>
          <a:lstStyle>
            <a:lvl1pPr algn="l">
              <a:defRPr sz="4400">
                <a:effectLst/>
              </a:defRPr>
            </a:lvl1pPr>
          </a:lstStyle>
          <a:p>
            <a:r>
              <a:rPr lang="en-US"/>
              <a:t>Click to edit Master title style</a:t>
            </a:r>
            <a:endParaRPr lang="en-US" dirty="0"/>
          </a:p>
        </p:txBody>
      </p:sp>
      <p:sp>
        <p:nvSpPr>
          <p:cNvPr id="3" name="Subtitle 2"/>
          <p:cNvSpPr>
            <a:spLocks noGrp="1"/>
          </p:cNvSpPr>
          <p:nvPr>
            <p:ph type="subTitle" idx="1"/>
          </p:nvPr>
        </p:nvSpPr>
        <p:spPr>
          <a:xfrm>
            <a:off x="533400" y="3843868"/>
            <a:ext cx="4954250" cy="1913466"/>
          </a:xfrm>
        </p:spPr>
        <p:txBody>
          <a:bodyPr anchor="t">
            <a:normAutofit/>
          </a:bodyPr>
          <a:lstStyle>
            <a:lvl1pPr marL="0" indent="0" algn="l">
              <a:buNone/>
              <a:defRPr sz="2000">
                <a:solidFill>
                  <a:schemeClr val="bg2">
                    <a:lumMod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8/2/2025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0485256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33400" y="4495800"/>
            <a:ext cx="6554867" cy="1524000"/>
          </a:xfrm>
        </p:spPr>
        <p:txBody>
          <a:bodyPr/>
          <a:lstStyle/>
          <a:p>
            <a:r>
              <a:rPr lang="en-US"/>
              <a:t>Click to edit Master title style</a:t>
            </a:r>
            <a:endParaRPr lang="en-US" dirty="0"/>
          </a:p>
        </p:txBody>
      </p:sp>
      <p:sp>
        <p:nvSpPr>
          <p:cNvPr id="3" name="Content Placeholder 2"/>
          <p:cNvSpPr>
            <a:spLocks noGrp="1"/>
          </p:cNvSpPr>
          <p:nvPr>
            <p:ph idx="1"/>
          </p:nvPr>
        </p:nvSpPr>
        <p:spPr>
          <a:xfrm>
            <a:off x="533400" y="533400"/>
            <a:ext cx="6554867" cy="3767670"/>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8/2/2025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3966081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533400" y="1981199"/>
            <a:ext cx="6402468" cy="2319867"/>
          </a:xfrm>
        </p:spPr>
        <p:txBody>
          <a:bodyPr anchor="b">
            <a:normAutofit/>
          </a:bodyPr>
          <a:lstStyle>
            <a:lvl1pPr algn="l">
              <a:defRPr sz="3200" b="0" cap="all"/>
            </a:lvl1pPr>
          </a:lstStyle>
          <a:p>
            <a:r>
              <a:rPr lang="en-US"/>
              <a:t>Click to edit Master title style</a:t>
            </a:r>
            <a:endParaRPr lang="en-US" dirty="0"/>
          </a:p>
        </p:txBody>
      </p:sp>
      <p:sp>
        <p:nvSpPr>
          <p:cNvPr id="3" name="Text Placeholder 2"/>
          <p:cNvSpPr>
            <a:spLocks noGrp="1"/>
          </p:cNvSpPr>
          <p:nvPr>
            <p:ph type="body" idx="1"/>
          </p:nvPr>
        </p:nvSpPr>
        <p:spPr>
          <a:xfrm>
            <a:off x="533400" y="4487333"/>
            <a:ext cx="6402467" cy="1532467"/>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3965335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533400" y="4495800"/>
            <a:ext cx="6554867" cy="1524000"/>
          </a:xfrm>
        </p:spPr>
        <p:txBody>
          <a:bodyPr>
            <a:normAutofit/>
          </a:bodyPr>
          <a:lstStyle>
            <a:lvl1pPr>
              <a:defRPr sz="3200"/>
            </a:lvl1pPr>
          </a:lstStyle>
          <a:p>
            <a:r>
              <a:rPr lang="en-US"/>
              <a:t>Click to edit Master title style</a:t>
            </a:r>
            <a:endParaRPr lang="en-US" dirty="0"/>
          </a:p>
        </p:txBody>
      </p:sp>
      <p:sp>
        <p:nvSpPr>
          <p:cNvPr id="11" name="Content Placeholder 3"/>
          <p:cNvSpPr>
            <a:spLocks noGrp="1"/>
          </p:cNvSpPr>
          <p:nvPr>
            <p:ph sz="half" idx="13"/>
          </p:nvPr>
        </p:nvSpPr>
        <p:spPr>
          <a:xfrm>
            <a:off x="533400" y="533400"/>
            <a:ext cx="3949967" cy="3767667"/>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Content Placeholder 5"/>
          <p:cNvSpPr>
            <a:spLocks noGrp="1"/>
          </p:cNvSpPr>
          <p:nvPr>
            <p:ph sz="quarter" idx="4"/>
          </p:nvPr>
        </p:nvSpPr>
        <p:spPr>
          <a:xfrm>
            <a:off x="4662362" y="533400"/>
            <a:ext cx="3948238" cy="37592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8/2/2025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3201342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33400" y="4495800"/>
            <a:ext cx="6554867" cy="1524000"/>
          </a:xfrm>
        </p:spPr>
        <p:txBody>
          <a:bodyPr>
            <a:normAutofit/>
          </a:bodyPr>
          <a:lstStyle>
            <a:lvl1pPr>
              <a:defRPr sz="3200"/>
            </a:lvl1pPr>
          </a:lstStyle>
          <a:p>
            <a:r>
              <a:rPr lang="en-US"/>
              <a:t>Click to edit Master title style</a:t>
            </a:r>
            <a:endParaRPr lang="en-US" dirty="0"/>
          </a:p>
        </p:txBody>
      </p:sp>
      <p:sp>
        <p:nvSpPr>
          <p:cNvPr id="3" name="Text Placeholder 2"/>
          <p:cNvSpPr>
            <a:spLocks noGrp="1"/>
          </p:cNvSpPr>
          <p:nvPr>
            <p:ph type="body" idx="1"/>
          </p:nvPr>
        </p:nvSpPr>
        <p:spPr>
          <a:xfrm>
            <a:off x="762001" y="533400"/>
            <a:ext cx="3716866" cy="609600"/>
          </a:xfrm>
        </p:spPr>
        <p:txBody>
          <a:bodyPr anchor="b">
            <a:noAutofit/>
          </a:bodyPr>
          <a:lstStyle>
            <a:lvl1pPr marL="0" indent="0">
              <a:buNone/>
              <a:defRPr sz="2400" b="0" cap="all">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33399" y="1143000"/>
            <a:ext cx="3945467" cy="3158067"/>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855016" y="566738"/>
            <a:ext cx="3764051" cy="576262"/>
          </a:xfrm>
        </p:spPr>
        <p:txBody>
          <a:bodyPr anchor="b">
            <a:noAutofit/>
          </a:bodyPr>
          <a:lstStyle>
            <a:lvl1pPr marL="0" indent="0">
              <a:buNone/>
              <a:defRPr sz="2400" b="0" cap="all">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62362" y="1143000"/>
            <a:ext cx="3956705" cy="3149600"/>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8/2/2025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7744672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533400" y="4495800"/>
            <a:ext cx="6554867" cy="1524000"/>
          </a:xfrm>
        </p:spPr>
        <p:txBody>
          <a:bodyPr>
            <a:normAutofit/>
          </a:bodyPr>
          <a:lstStyle>
            <a:lvl1pPr>
              <a:defRPr sz="3200"/>
            </a:lvl1p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8/2/2025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9354945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8/2/2025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0507609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418667" y="533400"/>
            <a:ext cx="3200400" cy="1524000"/>
          </a:xfrm>
        </p:spPr>
        <p:txBody>
          <a:bodyPr anchor="b">
            <a:normAutofit/>
          </a:bodyPr>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533399" y="533400"/>
            <a:ext cx="4438755" cy="54864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418667" y="2209802"/>
            <a:ext cx="3200400" cy="2091267"/>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0421839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495800" y="1447800"/>
            <a:ext cx="3563258" cy="1143000"/>
          </a:xfrm>
        </p:spPr>
        <p:txBody>
          <a:bodyPr anchor="b">
            <a:normAutofit/>
          </a:bodyPr>
          <a:lstStyle>
            <a:lvl1pPr algn="l">
              <a:defRPr sz="2400" b="0"/>
            </a:lvl1pPr>
          </a:lstStyle>
          <a:p>
            <a:r>
              <a:rPr lang="en-US"/>
              <a:t>Click to edit Master title style</a:t>
            </a:r>
            <a:endParaRPr lang="en-US" dirty="0"/>
          </a:p>
        </p:txBody>
      </p:sp>
      <p:sp>
        <p:nvSpPr>
          <p:cNvPr id="17" name="Picture Placeholder 2"/>
          <p:cNvSpPr>
            <a:spLocks noGrp="1" noChangeAspect="1"/>
          </p:cNvSpPr>
          <p:nvPr>
            <p:ph type="pic" idx="13"/>
          </p:nvPr>
        </p:nvSpPr>
        <p:spPr>
          <a:xfrm>
            <a:off x="762000" y="914400"/>
            <a:ext cx="3280974" cy="480060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4496027" y="2743200"/>
            <a:ext cx="3564223" cy="2082800"/>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8/2/2025</a:t>
            </a:fld>
            <a:endParaRPr lang="en-US"/>
          </a:p>
        </p:txBody>
      </p:sp>
      <p:sp>
        <p:nvSpPr>
          <p:cNvPr id="6" name="Footer Placeholder 5"/>
          <p:cNvSpPr>
            <a:spLocks noGrp="1"/>
          </p:cNvSpPr>
          <p:nvPr>
            <p:ph type="ftr" sz="quarter" idx="11"/>
          </p:nvPr>
        </p:nvSpPr>
        <p:spPr>
          <a:xfrm>
            <a:off x="533400" y="6172200"/>
            <a:ext cx="5811724" cy="365125"/>
          </a:xfrm>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320813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33400" y="4495800"/>
            <a:ext cx="6554867" cy="1524000"/>
          </a:xfrm>
        </p:spPr>
        <p:txBody>
          <a:bodyPr/>
          <a:lstStyle/>
          <a:p>
            <a:r>
              <a:rPr lang="en-US"/>
              <a:t>Click to edit Master title style</a:t>
            </a:r>
            <a:endParaRPr lang="en-US" dirty="0"/>
          </a:p>
        </p:txBody>
      </p:sp>
      <p:sp>
        <p:nvSpPr>
          <p:cNvPr id="6" name="Picture Placeholder 2"/>
          <p:cNvSpPr>
            <a:spLocks noGrp="1" noChangeAspect="1"/>
          </p:cNvSpPr>
          <p:nvPr>
            <p:ph type="pic" idx="13"/>
          </p:nvPr>
        </p:nvSpPr>
        <p:spPr>
          <a:xfrm>
            <a:off x="533400" y="533400"/>
            <a:ext cx="8077200" cy="312420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9" name="Text Placeholder 9"/>
          <p:cNvSpPr>
            <a:spLocks noGrp="1"/>
          </p:cNvSpPr>
          <p:nvPr>
            <p:ph type="body" sz="quarter" idx="14"/>
          </p:nvPr>
        </p:nvSpPr>
        <p:spPr>
          <a:xfrm>
            <a:off x="762002" y="3843867"/>
            <a:ext cx="7281332" cy="457200"/>
          </a:xfrm>
        </p:spPr>
        <p:txBody>
          <a:bodyPr anchor="t">
            <a:normAutofit/>
          </a:bodyPr>
          <a:lstStyle>
            <a:lvl1pPr marL="0" indent="0">
              <a:buFontTx/>
              <a:buNone/>
              <a:defRPr sz="16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Date Placeholder 2"/>
          <p:cNvSpPr>
            <a:spLocks noGrp="1"/>
          </p:cNvSpPr>
          <p:nvPr>
            <p:ph type="dt" sz="half" idx="10"/>
          </p:nvPr>
        </p:nvSpPr>
        <p:spPr/>
        <p:txBody>
          <a:bodyPr/>
          <a:lstStyle/>
          <a:p>
            <a:fld id="{5BCAD085-E8A6-8845-BD4E-CB4CCA059FC4}" type="datetimeFigureOut">
              <a:rPr lang="en-US" smtClean="0"/>
              <a:t>8/2/2025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38808715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533400" y="533400"/>
            <a:ext cx="8077200" cy="2895600"/>
          </a:xfrm>
        </p:spPr>
        <p:txBody>
          <a:bodyPr anchor="ctr">
            <a:normAutofit/>
          </a:bodyPr>
          <a:lstStyle>
            <a:lvl1pPr algn="l">
              <a:defRPr sz="2800" b="0" cap="all"/>
            </a:lvl1pPr>
          </a:lstStyle>
          <a:p>
            <a:r>
              <a:rPr lang="en-US"/>
              <a:t>Click to edit Master title style</a:t>
            </a:r>
            <a:endParaRPr lang="en-US" dirty="0"/>
          </a:p>
        </p:txBody>
      </p:sp>
      <p:sp>
        <p:nvSpPr>
          <p:cNvPr id="3" name="Text Placeholder 2"/>
          <p:cNvSpPr>
            <a:spLocks noGrp="1"/>
          </p:cNvSpPr>
          <p:nvPr>
            <p:ph type="body" idx="1"/>
          </p:nvPr>
        </p:nvSpPr>
        <p:spPr>
          <a:xfrm>
            <a:off x="533400" y="4114800"/>
            <a:ext cx="6383552" cy="1905000"/>
          </a:xfrm>
        </p:spPr>
        <p:txBody>
          <a:bodyPr anchor="ctr">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38527245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56283" y="533400"/>
            <a:ext cx="6859787" cy="2895600"/>
          </a:xfrm>
        </p:spPr>
        <p:txBody>
          <a:bodyPr anchor="ctr">
            <a:normAutofit/>
          </a:bodyPr>
          <a:lstStyle>
            <a:lvl1pPr algn="l">
              <a:defRPr sz="2800" b="0" cap="all">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066800" y="3429000"/>
            <a:ext cx="6402467" cy="4826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533400" y="4301070"/>
            <a:ext cx="6382361" cy="1718730"/>
          </a:xfrm>
        </p:spPr>
        <p:txBody>
          <a:bodyPr anchor="ctr">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
        <p:nvSpPr>
          <p:cNvPr id="14" name="TextBox 13"/>
          <p:cNvSpPr txBox="1"/>
          <p:nvPr/>
        </p:nvSpPr>
        <p:spPr>
          <a:xfrm>
            <a:off x="228600" y="710624"/>
            <a:ext cx="457319"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7696200" y="2768601"/>
            <a:ext cx="457319"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spTree>
    <p:extLst>
      <p:ext uri="{BB962C8B-B14F-4D97-AF65-F5344CB8AC3E}">
        <p14:creationId xmlns:p14="http://schemas.microsoft.com/office/powerpoint/2010/main" val="292493268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533400" y="3429000"/>
            <a:ext cx="6382361" cy="1697400"/>
          </a:xfrm>
        </p:spPr>
        <p:txBody>
          <a:bodyPr anchor="b">
            <a:normAutofit/>
          </a:bodyPr>
          <a:lstStyle>
            <a:lvl1pPr algn="l">
              <a:defRPr sz="2800" b="0" cap="all"/>
            </a:lvl1pPr>
          </a:lstStyle>
          <a:p>
            <a:r>
              <a:rPr lang="en-US"/>
              <a:t>Click to edit Master title style</a:t>
            </a:r>
            <a:endParaRPr lang="en-US" dirty="0"/>
          </a:p>
        </p:txBody>
      </p:sp>
      <p:sp>
        <p:nvSpPr>
          <p:cNvPr id="3" name="Text Placeholder 2"/>
          <p:cNvSpPr>
            <a:spLocks noGrp="1"/>
          </p:cNvSpPr>
          <p:nvPr>
            <p:ph type="body" idx="1"/>
          </p:nvPr>
        </p:nvSpPr>
        <p:spPr>
          <a:xfrm>
            <a:off x="533400" y="5132980"/>
            <a:ext cx="6383552" cy="886819"/>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77629015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856284" y="533400"/>
            <a:ext cx="6859786" cy="2895600"/>
          </a:xfrm>
        </p:spPr>
        <p:txBody>
          <a:bodyPr anchor="ctr">
            <a:normAutofit/>
          </a:bodyPr>
          <a:lstStyle>
            <a:lvl1pPr algn="l">
              <a:defRPr sz="2800" b="0" cap="all">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533400" y="3886200"/>
            <a:ext cx="6382361" cy="1049866"/>
          </a:xfrm>
        </p:spPr>
        <p:txBody>
          <a:bodyPr vert="horz" lIns="91440" tIns="45720" rIns="91440" bIns="45720" rtlCol="0" anchor="b">
            <a:normAutofit/>
          </a:bodyPr>
          <a:lstStyle>
            <a:lvl1pPr>
              <a:buNone/>
              <a:defRPr lang="en-US" sz="2000" b="0" cap="all"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533400" y="4953000"/>
            <a:ext cx="6382360" cy="1066800"/>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
        <p:nvSpPr>
          <p:cNvPr id="14" name="TextBox 13"/>
          <p:cNvSpPr txBox="1"/>
          <p:nvPr/>
        </p:nvSpPr>
        <p:spPr>
          <a:xfrm>
            <a:off x="228600" y="710624"/>
            <a:ext cx="457319"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7696200" y="2768601"/>
            <a:ext cx="457319"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spTree>
    <p:extLst>
      <p:ext uri="{BB962C8B-B14F-4D97-AF65-F5344CB8AC3E}">
        <p14:creationId xmlns:p14="http://schemas.microsoft.com/office/powerpoint/2010/main" val="366892663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533400" y="533400"/>
            <a:ext cx="7525658" cy="2895600"/>
          </a:xfrm>
        </p:spPr>
        <p:txBody>
          <a:bodyPr vert="horz" lIns="91440" tIns="45720" rIns="91440" bIns="45720" rtlCol="0" anchor="ctr">
            <a:normAutofit/>
          </a:bodyPr>
          <a:lstStyle>
            <a:lvl1pPr>
              <a:defRPr lang="en-US" sz="2800"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533400" y="3928534"/>
            <a:ext cx="6382361" cy="838200"/>
          </a:xfrm>
        </p:spPr>
        <p:txBody>
          <a:bodyPr vert="horz" lIns="91440" tIns="45720" rIns="91440" bIns="45720" rtlCol="0" anchor="b">
            <a:normAutofit/>
          </a:bodyPr>
          <a:lstStyle>
            <a:lvl1pPr>
              <a:buNone/>
              <a:defRPr lang="en-US" sz="2000" b="0" cap="all"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533400" y="4766735"/>
            <a:ext cx="6382360" cy="1253065"/>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4289583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533400" y="4495800"/>
            <a:ext cx="6554867" cy="1524000"/>
          </a:xfrm>
        </p:spPr>
        <p:txBody>
          <a:bodyPr>
            <a:normAutofit/>
          </a:bodyPr>
          <a:lstStyle>
            <a:lvl1pPr algn="l">
              <a:defRPr sz="2800"/>
            </a:lvl1pPr>
          </a:lstStyle>
          <a:p>
            <a:r>
              <a:rPr lang="en-US"/>
              <a:t>Click to edit Master title style</a:t>
            </a:r>
            <a:endParaRPr lang="en-US" dirty="0"/>
          </a:p>
        </p:txBody>
      </p:sp>
      <p:sp>
        <p:nvSpPr>
          <p:cNvPr id="3" name="Vertical Text Placeholder 2"/>
          <p:cNvSpPr>
            <a:spLocks noGrp="1"/>
          </p:cNvSpPr>
          <p:nvPr>
            <p:ph type="body" orient="vert" idx="1"/>
          </p:nvPr>
        </p:nvSpPr>
        <p:spPr>
          <a:xfrm>
            <a:off x="533400" y="533401"/>
            <a:ext cx="6554867" cy="376767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8/2/2025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0507716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66406" y="533400"/>
            <a:ext cx="2044194" cy="4419600"/>
          </a:xfrm>
        </p:spPr>
        <p:txBody>
          <a:bodyPr vert="eaVert">
            <a:normAutofit/>
          </a:bodyPr>
          <a:lstStyle>
            <a:lvl1pPr>
              <a:defRPr sz="2800"/>
            </a:lvl1pPr>
          </a:lstStyle>
          <a:p>
            <a:r>
              <a:rPr lang="en-US"/>
              <a:t>Click to edit Master title style</a:t>
            </a:r>
            <a:endParaRPr lang="en-US" dirty="0"/>
          </a:p>
        </p:txBody>
      </p:sp>
      <p:sp>
        <p:nvSpPr>
          <p:cNvPr id="3" name="Vertical Text Placeholder 2"/>
          <p:cNvSpPr>
            <a:spLocks noGrp="1"/>
          </p:cNvSpPr>
          <p:nvPr>
            <p:ph type="body" orient="vert" idx="1"/>
          </p:nvPr>
        </p:nvSpPr>
        <p:spPr>
          <a:xfrm>
            <a:off x="533400" y="533400"/>
            <a:ext cx="5850012" cy="54864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8/2/2025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730105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grpSp>
        <p:nvGrpSpPr>
          <p:cNvPr id="7" name="Group 6"/>
          <p:cNvGrpSpPr/>
          <p:nvPr/>
        </p:nvGrpSpPr>
        <p:grpSpPr>
          <a:xfrm>
            <a:off x="6670675" y="3894667"/>
            <a:ext cx="2470456" cy="2658533"/>
            <a:chOff x="6687077" y="3259666"/>
            <a:chExt cx="2981857" cy="3208867"/>
          </a:xfrm>
        </p:grpSpPr>
        <p:cxnSp>
          <p:nvCxnSpPr>
            <p:cNvPr id="8" name="Straight Connector 7"/>
            <p:cNvCxnSpPr/>
            <p:nvPr/>
          </p:nvCxnSpPr>
          <p:spPr>
            <a:xfrm flipH="1">
              <a:off x="8756120" y="3259666"/>
              <a:ext cx="912814" cy="912812"/>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flipH="1">
              <a:off x="6687077" y="3486677"/>
              <a:ext cx="2981857" cy="2981856"/>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 name="Straight Connector 9"/>
            <p:cNvCxnSpPr/>
            <p:nvPr/>
          </p:nvCxnSpPr>
          <p:spPr>
            <a:xfrm flipH="1">
              <a:off x="7772400" y="3581400"/>
              <a:ext cx="1896534" cy="1896533"/>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1" name="Straight Connector 10"/>
            <p:cNvCxnSpPr/>
            <p:nvPr/>
          </p:nvCxnSpPr>
          <p:spPr>
            <a:xfrm flipH="1">
              <a:off x="7923214" y="3433394"/>
              <a:ext cx="1739738" cy="173974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 name="Straight Connector 11"/>
            <p:cNvCxnSpPr/>
            <p:nvPr/>
          </p:nvCxnSpPr>
          <p:spPr>
            <a:xfrm flipH="1">
              <a:off x="8398935" y="3985317"/>
              <a:ext cx="1264017" cy="1264016"/>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2" name="Title Placeholder 1"/>
          <p:cNvSpPr>
            <a:spLocks noGrp="1"/>
          </p:cNvSpPr>
          <p:nvPr>
            <p:ph type="title"/>
          </p:nvPr>
        </p:nvSpPr>
        <p:spPr>
          <a:xfrm>
            <a:off x="533400" y="4495800"/>
            <a:ext cx="6554867" cy="1524000"/>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533400" y="533401"/>
            <a:ext cx="6554867" cy="3767670"/>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430245" y="6172203"/>
            <a:ext cx="1200463" cy="365125"/>
          </a:xfrm>
          <a:prstGeom prst="rect">
            <a:avLst/>
          </a:prstGeom>
        </p:spPr>
        <p:txBody>
          <a:bodyPr vert="horz" lIns="91440" tIns="45720" rIns="91440" bIns="45720" rtlCol="0" anchor="t"/>
          <a:lstStyle>
            <a:lvl1pPr algn="r">
              <a:defRPr sz="1000" b="0" i="0">
                <a:solidFill>
                  <a:schemeClr val="bg2">
                    <a:lumMod val="50000"/>
                  </a:schemeClr>
                </a:solidFill>
                <a:effectLst/>
                <a:latin typeface="+mn-lt"/>
              </a:defRPr>
            </a:lvl1pPr>
          </a:lstStyle>
          <a:p>
            <a:fld id="{5BCAD085-E8A6-8845-BD4E-CB4CCA059FC4}" type="datetimeFigureOut">
              <a:rPr lang="en-US" smtClean="0"/>
              <a:t>8/2/2025</a:t>
            </a:fld>
            <a:endParaRPr lang="en-US"/>
          </a:p>
        </p:txBody>
      </p:sp>
      <p:sp>
        <p:nvSpPr>
          <p:cNvPr id="5" name="Footer Placeholder 4"/>
          <p:cNvSpPr>
            <a:spLocks noGrp="1"/>
          </p:cNvSpPr>
          <p:nvPr>
            <p:ph type="ftr" sz="quarter" idx="3"/>
          </p:nvPr>
        </p:nvSpPr>
        <p:spPr>
          <a:xfrm>
            <a:off x="533400" y="6172200"/>
            <a:ext cx="5811724" cy="365125"/>
          </a:xfrm>
          <a:prstGeom prst="rect">
            <a:avLst/>
          </a:prstGeom>
        </p:spPr>
        <p:txBody>
          <a:bodyPr vert="horz" lIns="91440" tIns="45720" rIns="91440" bIns="45720" rtlCol="0" anchor="t"/>
          <a:lstStyle>
            <a:lvl1pPr algn="l">
              <a:defRPr sz="1000" b="0" i="0">
                <a:solidFill>
                  <a:schemeClr val="bg2">
                    <a:lumMod val="50000"/>
                  </a:schemeClr>
                </a:solidFill>
                <a:effectLst/>
                <a:latin typeface="+mn-lt"/>
              </a:defRPr>
            </a:lvl1pPr>
          </a:lstStyle>
          <a:p>
            <a:endParaRPr lang="en-US"/>
          </a:p>
        </p:txBody>
      </p:sp>
      <p:sp>
        <p:nvSpPr>
          <p:cNvPr id="6" name="Slide Number Placeholder 5"/>
          <p:cNvSpPr>
            <a:spLocks noGrp="1"/>
          </p:cNvSpPr>
          <p:nvPr>
            <p:ph type="sldNum" sz="quarter" idx="4"/>
          </p:nvPr>
        </p:nvSpPr>
        <p:spPr>
          <a:xfrm>
            <a:off x="7774426" y="5578478"/>
            <a:ext cx="856907" cy="669925"/>
          </a:xfrm>
          <a:prstGeom prst="rect">
            <a:avLst/>
          </a:prstGeom>
        </p:spPr>
        <p:txBody>
          <a:bodyPr vert="horz" lIns="91440" tIns="45720" rIns="91440" bIns="45720" rtlCol="0" anchor="b"/>
          <a:lstStyle>
            <a:lvl1pPr algn="r">
              <a:defRPr sz="2800" b="0" i="0">
                <a:solidFill>
                  <a:schemeClr val="bg2">
                    <a:lumMod val="50000"/>
                  </a:schemeClr>
                </a:solidFill>
                <a:effectLst/>
                <a:latin typeface="+mn-lt"/>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1457635006"/>
      </p:ext>
    </p:extLst>
  </p:cSld>
  <p:clrMap bg1="dk1" tx1="lt1" bg2="dk2" tx2="lt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 id="2147483686" r:id="rId14"/>
    <p:sldLayoutId id="2147483687" r:id="rId15"/>
    <p:sldLayoutId id="2147483688" r:id="rId16"/>
    <p:sldLayoutId id="2147483689" r:id="rId17"/>
  </p:sldLayoutIdLst>
  <p:txStyles>
    <p:titleStyle>
      <a:lvl1pPr algn="l" defTabSz="457200" rtl="0" eaLnBrk="1" latinLnBrk="0" hangingPunct="1">
        <a:spcBef>
          <a:spcPct val="0"/>
        </a:spcBef>
        <a:buNone/>
        <a:defRPr sz="32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2000" kern="1200" cap="none">
          <a:solidFill>
            <a:schemeClr val="bg2">
              <a:lumMod val="7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800" kern="1200" cap="none">
          <a:solidFill>
            <a:schemeClr val="bg2">
              <a:lumMod val="7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600" kern="1200" cap="none">
          <a:solidFill>
            <a:schemeClr val="bg2">
              <a:lumMod val="7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20512" y="533401"/>
            <a:ext cx="6367602" cy="1116290"/>
          </a:xfrm>
        </p:spPr>
        <p:txBody>
          <a:bodyPr/>
          <a:lstStyle/>
          <a:p>
            <a:r>
              <a:rPr lang="en-US" dirty="0"/>
              <a:t>INTRODUCTION </a:t>
            </a:r>
            <a:endParaRPr dirty="0"/>
          </a:p>
        </p:txBody>
      </p:sp>
      <p:sp>
        <p:nvSpPr>
          <p:cNvPr id="3" name="Subtitle 2"/>
          <p:cNvSpPr>
            <a:spLocks noGrp="1"/>
          </p:cNvSpPr>
          <p:nvPr>
            <p:ph type="subTitle" idx="1"/>
          </p:nvPr>
        </p:nvSpPr>
        <p:spPr>
          <a:xfrm>
            <a:off x="320512" y="2516957"/>
            <a:ext cx="6268824" cy="3240377"/>
          </a:xfrm>
        </p:spPr>
        <p:txBody>
          <a:bodyPr/>
          <a:lstStyle/>
          <a:p>
            <a:r>
              <a:rPr lang="en-US" dirty="0">
                <a:solidFill>
                  <a:schemeClr val="tx1"/>
                </a:solidFill>
              </a:rPr>
              <a:t>Our Team Members Are </a:t>
            </a:r>
          </a:p>
          <a:p>
            <a:r>
              <a:rPr lang="en-US" dirty="0">
                <a:solidFill>
                  <a:schemeClr val="tx1"/>
                </a:solidFill>
              </a:rPr>
              <a:t>Asik</a:t>
            </a:r>
          </a:p>
          <a:p>
            <a:r>
              <a:rPr lang="en-US" dirty="0" err="1">
                <a:solidFill>
                  <a:schemeClr val="tx1"/>
                </a:solidFill>
              </a:rPr>
              <a:t>Yeasin</a:t>
            </a:r>
            <a:endParaRPr lang="en-US" dirty="0">
              <a:solidFill>
                <a:schemeClr val="tx1"/>
              </a:solidFill>
            </a:endParaRPr>
          </a:p>
          <a:p>
            <a:r>
              <a:rPr lang="en-US" dirty="0">
                <a:solidFill>
                  <a:schemeClr val="tx1"/>
                </a:solidFill>
              </a:rPr>
              <a:t>Mizan</a:t>
            </a:r>
          </a:p>
          <a:p>
            <a:r>
              <a:rPr lang="en-US" dirty="0">
                <a:solidFill>
                  <a:schemeClr val="tx1"/>
                </a:solidFill>
              </a:rPr>
              <a:t>Shuvo</a:t>
            </a:r>
          </a:p>
          <a:p>
            <a:r>
              <a:rPr lang="en-US" dirty="0">
                <a:solidFill>
                  <a:schemeClr val="tx1"/>
                </a:solidFill>
              </a:rPr>
              <a:t>Riad</a:t>
            </a:r>
          </a:p>
          <a:p>
            <a:r>
              <a:rPr lang="en-US" dirty="0">
                <a:solidFill>
                  <a:schemeClr val="tx1"/>
                </a:solidFill>
              </a:rPr>
              <a:t>Alamin</a:t>
            </a:r>
          </a:p>
          <a:p>
            <a:pPr algn="l"/>
            <a:endParaRPr dirty="0">
              <a:solidFill>
                <a:schemeClr val="tx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348792" y="598602"/>
            <a:ext cx="6205996" cy="1060336"/>
          </a:xfrm>
        </p:spPr>
        <p:txBody>
          <a:bodyPr/>
          <a:lstStyle/>
          <a:p>
            <a:r>
              <a:rPr dirty="0"/>
              <a:t>Grammar</a:t>
            </a:r>
          </a:p>
        </p:txBody>
      </p:sp>
      <p:sp>
        <p:nvSpPr>
          <p:cNvPr id="3" name="Content Placeholder 2"/>
          <p:cNvSpPr>
            <a:spLocks noGrp="1"/>
          </p:cNvSpPr>
          <p:nvPr>
            <p:ph idx="4294967295"/>
          </p:nvPr>
        </p:nvSpPr>
        <p:spPr>
          <a:xfrm>
            <a:off x="348793" y="1658938"/>
            <a:ext cx="5245184" cy="3182003"/>
          </a:xfrm>
        </p:spPr>
        <p:txBody>
          <a:bodyPr>
            <a:normAutofit/>
          </a:bodyPr>
          <a:lstStyle/>
          <a:p>
            <a:r>
              <a:rPr dirty="0">
                <a:solidFill>
                  <a:schemeClr val="tx1"/>
                </a:solidFill>
              </a:rPr>
              <a:t>A  → B A'</a:t>
            </a:r>
          </a:p>
          <a:p>
            <a:r>
              <a:rPr dirty="0">
                <a:solidFill>
                  <a:schemeClr val="tx1"/>
                </a:solidFill>
              </a:rPr>
              <a:t>A' → + B A' | 𝜀</a:t>
            </a:r>
          </a:p>
          <a:p>
            <a:r>
              <a:rPr dirty="0">
                <a:solidFill>
                  <a:schemeClr val="tx1"/>
                </a:solidFill>
              </a:rPr>
              <a:t>B  → C B'</a:t>
            </a:r>
          </a:p>
          <a:p>
            <a:r>
              <a:rPr dirty="0">
                <a:solidFill>
                  <a:schemeClr val="tx1"/>
                </a:solidFill>
              </a:rPr>
              <a:t>B' → * C B' | 𝜀</a:t>
            </a:r>
          </a:p>
          <a:p>
            <a:r>
              <a:rPr dirty="0">
                <a:solidFill>
                  <a:schemeClr val="tx1"/>
                </a:solidFill>
              </a:rPr>
              <a:t>C  → id | ( A )</a:t>
            </a:r>
          </a:p>
          <a:p>
            <a:endParaRPr dirty="0">
              <a:solidFill>
                <a:schemeClr val="tx1"/>
              </a:solidFill>
            </a:endParaRPr>
          </a:p>
          <a:p>
            <a:r>
              <a:rPr lang="en-US" dirty="0">
                <a:solidFill>
                  <a:schemeClr val="tx1"/>
                </a:solidFill>
              </a:rPr>
              <a:t>INPUT STRING IS : id * id + id $</a:t>
            </a:r>
            <a:endParaRPr dirty="0">
              <a:solidFill>
                <a:schemeClr val="tx1"/>
              </a:solidFill>
            </a:endParaRPr>
          </a:p>
        </p:txBody>
      </p:sp>
      <p:sp>
        <p:nvSpPr>
          <p:cNvPr id="4" name="Rectangle 3">
            <a:extLst>
              <a:ext uri="{FF2B5EF4-FFF2-40B4-BE49-F238E27FC236}">
                <a16:creationId xmlns:a16="http://schemas.microsoft.com/office/drawing/2014/main" id="{2139AFF8-C009-BBC9-6A17-E207857D1695}"/>
              </a:ext>
            </a:extLst>
          </p:cNvPr>
          <p:cNvSpPr/>
          <p:nvPr/>
        </p:nvSpPr>
        <p:spPr>
          <a:xfrm>
            <a:off x="348792" y="5505254"/>
            <a:ext cx="8229600" cy="754144"/>
          </a:xfrm>
          <a:prstGeom prst="rect">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r>
              <a:rPr lang="en-US" dirty="0">
                <a:solidFill>
                  <a:schemeClr val="tx1"/>
                </a:solidFill>
              </a:rPr>
              <a:t>It is not ambiguous, left recursive, non-deterministic. So no need  to                                       eliminate ambiguity, left recursion or non-determinism.</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FIRST and FOLLOW Sets</a:t>
            </a:r>
          </a:p>
        </p:txBody>
      </p:sp>
      <p:pic>
        <p:nvPicPr>
          <p:cNvPr id="10" name="Content Placeholder 9">
            <a:extLst>
              <a:ext uri="{FF2B5EF4-FFF2-40B4-BE49-F238E27FC236}">
                <a16:creationId xmlns:a16="http://schemas.microsoft.com/office/drawing/2014/main" id="{1BF07729-FFBA-20F8-161D-B818D3E1358F}"/>
              </a:ext>
            </a:extLst>
          </p:cNvPr>
          <p:cNvPicPr>
            <a:picLocks noGrp="1" noChangeAspect="1"/>
          </p:cNvPicPr>
          <p:nvPr>
            <p:ph idx="1"/>
          </p:nvPr>
        </p:nvPicPr>
        <p:blipFill>
          <a:blip r:embed="rId2"/>
          <a:stretch>
            <a:fillRect/>
          </a:stretch>
        </p:blipFill>
        <p:spPr>
          <a:xfrm>
            <a:off x="5598459" y="1600202"/>
            <a:ext cx="3446930" cy="3933784"/>
          </a:xfrm>
        </p:spPr>
      </p:pic>
      <p:graphicFrame>
        <p:nvGraphicFramePr>
          <p:cNvPr id="4" name="Table 3">
            <a:extLst>
              <a:ext uri="{FF2B5EF4-FFF2-40B4-BE49-F238E27FC236}">
                <a16:creationId xmlns:a16="http://schemas.microsoft.com/office/drawing/2014/main" id="{0D5DAE3D-E9DB-0D4B-0D48-DA7801A44762}"/>
              </a:ext>
            </a:extLst>
          </p:cNvPr>
          <p:cNvGraphicFramePr>
            <a:graphicFrameLocks noGrp="1"/>
          </p:cNvGraphicFramePr>
          <p:nvPr>
            <p:extLst>
              <p:ext uri="{D42A27DB-BD31-4B8C-83A1-F6EECF244321}">
                <p14:modId xmlns:p14="http://schemas.microsoft.com/office/powerpoint/2010/main" val="2878689057"/>
              </p:ext>
            </p:extLst>
          </p:nvPr>
        </p:nvGraphicFramePr>
        <p:xfrm>
          <a:off x="457201" y="1600202"/>
          <a:ext cx="4769223" cy="4419597"/>
        </p:xfrm>
        <a:graphic>
          <a:graphicData uri="http://schemas.openxmlformats.org/drawingml/2006/table">
            <a:tbl>
              <a:tblPr firstRow="1" bandRow="1">
                <a:tableStyleId>{5C22544A-7EE6-4342-B048-85BDC9FD1C3A}</a:tableStyleId>
              </a:tblPr>
              <a:tblGrid>
                <a:gridCol w="1589741">
                  <a:extLst>
                    <a:ext uri="{9D8B030D-6E8A-4147-A177-3AD203B41FA5}">
                      <a16:colId xmlns:a16="http://schemas.microsoft.com/office/drawing/2014/main" val="730778565"/>
                    </a:ext>
                  </a:extLst>
                </a:gridCol>
                <a:gridCol w="1589741">
                  <a:extLst>
                    <a:ext uri="{9D8B030D-6E8A-4147-A177-3AD203B41FA5}">
                      <a16:colId xmlns:a16="http://schemas.microsoft.com/office/drawing/2014/main" val="3245806703"/>
                    </a:ext>
                  </a:extLst>
                </a:gridCol>
                <a:gridCol w="1589741">
                  <a:extLst>
                    <a:ext uri="{9D8B030D-6E8A-4147-A177-3AD203B41FA5}">
                      <a16:colId xmlns:a16="http://schemas.microsoft.com/office/drawing/2014/main" val="1813693064"/>
                    </a:ext>
                  </a:extLst>
                </a:gridCol>
              </a:tblGrid>
              <a:tr h="809863">
                <a:tc>
                  <a:txBody>
                    <a:bodyPr/>
                    <a:lstStyle/>
                    <a:p>
                      <a:pPr algn="ctr"/>
                      <a:r>
                        <a:rPr lang="en-US" sz="1800" b="1" kern="1200" dirty="0">
                          <a:solidFill>
                            <a:schemeClr val="lt1"/>
                          </a:solidFill>
                          <a:effectLst/>
                          <a:latin typeface="+mn-lt"/>
                          <a:ea typeface="+mn-ea"/>
                          <a:cs typeface="+mn-cs"/>
                        </a:rPr>
                        <a:t>String</a:t>
                      </a:r>
                      <a:endParaRPr lang="en-US" dirty="0"/>
                    </a:p>
                  </a:txBody>
                  <a:tcPr/>
                </a:tc>
                <a:tc>
                  <a:txBody>
                    <a:bodyPr/>
                    <a:lstStyle/>
                    <a:p>
                      <a:r>
                        <a:rPr lang="en-US" sz="1800" b="1" kern="1200" dirty="0">
                          <a:solidFill>
                            <a:schemeClr val="lt1"/>
                          </a:solidFill>
                          <a:effectLst/>
                          <a:latin typeface="+mn-lt"/>
                          <a:ea typeface="+mn-ea"/>
                          <a:cs typeface="+mn-cs"/>
                        </a:rPr>
                        <a:t> FIRST </a:t>
                      </a:r>
                      <a:endParaRPr lang="en-US" dirty="0"/>
                    </a:p>
                  </a:txBody>
                  <a:tcPr/>
                </a:tc>
                <a:tc>
                  <a:txBody>
                    <a:bodyPr/>
                    <a:lstStyle/>
                    <a:p>
                      <a:r>
                        <a:rPr lang="en-US" sz="1800" b="1" kern="1200" dirty="0">
                          <a:solidFill>
                            <a:schemeClr val="lt1"/>
                          </a:solidFill>
                          <a:effectLst/>
                          <a:latin typeface="+mn-lt"/>
                          <a:ea typeface="+mn-ea"/>
                          <a:cs typeface="+mn-cs"/>
                        </a:rPr>
                        <a:t>FOLLOW</a:t>
                      </a:r>
                      <a:endParaRPr lang="en-US" dirty="0"/>
                    </a:p>
                  </a:txBody>
                  <a:tcPr/>
                </a:tc>
                <a:extLst>
                  <a:ext uri="{0D108BD9-81ED-4DB2-BD59-A6C34878D82A}">
                    <a16:rowId xmlns:a16="http://schemas.microsoft.com/office/drawing/2014/main" val="1079717578"/>
                  </a:ext>
                </a:extLst>
              </a:tr>
              <a:tr h="649420">
                <a:tc>
                  <a:txBody>
                    <a:bodyPr/>
                    <a:lstStyle/>
                    <a:p>
                      <a:r>
                        <a:rPr lang="en-US" dirty="0"/>
                        <a:t>A</a:t>
                      </a:r>
                    </a:p>
                  </a:txBody>
                  <a:tcPr/>
                </a:tc>
                <a:tc>
                  <a:txBody>
                    <a:bodyPr/>
                    <a:lstStyle/>
                    <a:p>
                      <a:r>
                        <a:rPr lang="en-US" sz="1800" kern="1200" dirty="0">
                          <a:solidFill>
                            <a:schemeClr val="dk1"/>
                          </a:solidFill>
                          <a:effectLst/>
                          <a:latin typeface="+mn-lt"/>
                          <a:ea typeface="+mn-ea"/>
                          <a:cs typeface="+mn-cs"/>
                        </a:rPr>
                        <a:t>{id, (} </a:t>
                      </a:r>
                      <a:endParaRPr lang="en-US" dirty="0"/>
                    </a:p>
                  </a:txBody>
                  <a:tcPr/>
                </a:tc>
                <a:tc>
                  <a:txBody>
                    <a:bodyPr/>
                    <a:lstStyle/>
                    <a:p>
                      <a:r>
                        <a:rPr lang="en-US" sz="1800" kern="1200" dirty="0">
                          <a:solidFill>
                            <a:schemeClr val="dk1"/>
                          </a:solidFill>
                          <a:effectLst/>
                          <a:latin typeface="+mn-lt"/>
                          <a:ea typeface="+mn-ea"/>
                          <a:cs typeface="+mn-cs"/>
                        </a:rPr>
                        <a:t>{$, ) }</a:t>
                      </a:r>
                      <a:endParaRPr lang="en-US" dirty="0"/>
                    </a:p>
                  </a:txBody>
                  <a:tcPr/>
                </a:tc>
                <a:extLst>
                  <a:ext uri="{0D108BD9-81ED-4DB2-BD59-A6C34878D82A}">
                    <a16:rowId xmlns:a16="http://schemas.microsoft.com/office/drawing/2014/main" val="1316585658"/>
                  </a:ext>
                </a:extLst>
              </a:tr>
              <a:tr h="649420">
                <a:tc>
                  <a:txBody>
                    <a:bodyPr/>
                    <a:lstStyle/>
                    <a:p>
                      <a:r>
                        <a:rPr lang="en-US" sz="1800" kern="1200" dirty="0">
                          <a:solidFill>
                            <a:schemeClr val="dk1"/>
                          </a:solidFill>
                          <a:effectLst/>
                          <a:latin typeface="+mn-lt"/>
                          <a:ea typeface="+mn-ea"/>
                          <a:cs typeface="+mn-cs"/>
                        </a:rPr>
                        <a:t> A' </a:t>
                      </a:r>
                      <a:endParaRPr lang="en-US" dirty="0"/>
                    </a:p>
                  </a:txBody>
                  <a:tcPr/>
                </a:tc>
                <a:tc>
                  <a:txBody>
                    <a:bodyPr/>
                    <a:lstStyle/>
                    <a:p>
                      <a:r>
                        <a:rPr lang="en-US" sz="1800" kern="1200" dirty="0">
                          <a:solidFill>
                            <a:schemeClr val="dk1"/>
                          </a:solidFill>
                          <a:effectLst/>
                          <a:latin typeface="+mn-lt"/>
                          <a:ea typeface="+mn-ea"/>
                          <a:cs typeface="+mn-cs"/>
                        </a:rPr>
                        <a:t>{+, 𝜀 }</a:t>
                      </a:r>
                      <a:endParaRPr lang="en-US" dirty="0"/>
                    </a:p>
                  </a:txBody>
                  <a:tcPr/>
                </a:tc>
                <a:tc>
                  <a:txBody>
                    <a:bodyPr/>
                    <a:lstStyle/>
                    <a:p>
                      <a:r>
                        <a:rPr lang="en-US" dirty="0"/>
                        <a:t>{</a:t>
                      </a:r>
                      <a:r>
                        <a:rPr lang="en-US" sz="1800" kern="1200" dirty="0">
                          <a:solidFill>
                            <a:schemeClr val="dk1"/>
                          </a:solidFill>
                          <a:effectLst/>
                          <a:latin typeface="+mn-lt"/>
                          <a:ea typeface="+mn-ea"/>
                          <a:cs typeface="+mn-cs"/>
                        </a:rPr>
                        <a:t>$, ) </a:t>
                      </a:r>
                      <a:r>
                        <a:rPr lang="en-US" dirty="0"/>
                        <a:t> }</a:t>
                      </a:r>
                    </a:p>
                  </a:txBody>
                  <a:tcPr/>
                </a:tc>
                <a:extLst>
                  <a:ext uri="{0D108BD9-81ED-4DB2-BD59-A6C34878D82A}">
                    <a16:rowId xmlns:a16="http://schemas.microsoft.com/office/drawing/2014/main" val="2642450276"/>
                  </a:ext>
                </a:extLst>
              </a:tr>
              <a:tr h="649420">
                <a:tc>
                  <a:txBody>
                    <a:bodyPr/>
                    <a:lstStyle/>
                    <a:p>
                      <a:r>
                        <a:rPr lang="en-US" dirty="0"/>
                        <a:t>B</a:t>
                      </a:r>
                    </a:p>
                  </a:txBody>
                  <a:tcPr/>
                </a:tc>
                <a:tc>
                  <a:txBody>
                    <a:bodyPr/>
                    <a:lstStyle/>
                    <a:p>
                      <a:r>
                        <a:rPr lang="en-US" sz="1800" kern="1200" dirty="0">
                          <a:solidFill>
                            <a:schemeClr val="dk1"/>
                          </a:solidFill>
                          <a:effectLst/>
                          <a:latin typeface="+mn-lt"/>
                          <a:ea typeface="+mn-ea"/>
                          <a:cs typeface="+mn-cs"/>
                        </a:rPr>
                        <a:t>{id, (} </a:t>
                      </a:r>
                      <a:endParaRPr lang="en-US" dirty="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a:t>
                      </a:r>
                      <a:r>
                        <a:rPr lang="en-US" sz="1800" kern="1200" dirty="0">
                          <a:solidFill>
                            <a:schemeClr val="dk1"/>
                          </a:solidFill>
                          <a:effectLst/>
                          <a:latin typeface="+mn-lt"/>
                          <a:ea typeface="+mn-ea"/>
                          <a:cs typeface="+mn-cs"/>
                        </a:rPr>
                        <a:t>+, $, )</a:t>
                      </a:r>
                      <a:r>
                        <a:rPr lang="en-US" dirty="0"/>
                        <a:t>}</a:t>
                      </a:r>
                    </a:p>
                  </a:txBody>
                  <a:tcPr/>
                </a:tc>
                <a:extLst>
                  <a:ext uri="{0D108BD9-81ED-4DB2-BD59-A6C34878D82A}">
                    <a16:rowId xmlns:a16="http://schemas.microsoft.com/office/drawing/2014/main" val="1076424812"/>
                  </a:ext>
                </a:extLst>
              </a:tr>
              <a:tr h="649420">
                <a:tc>
                  <a:txBody>
                    <a:bodyPr/>
                    <a:lstStyle/>
                    <a:p>
                      <a:r>
                        <a:rPr lang="en-US" sz="1800" kern="1200" dirty="0">
                          <a:solidFill>
                            <a:schemeClr val="dk1"/>
                          </a:solidFill>
                          <a:effectLst/>
                          <a:latin typeface="+mn-lt"/>
                          <a:ea typeface="+mn-ea"/>
                          <a:cs typeface="+mn-cs"/>
                        </a:rPr>
                        <a:t>B' </a:t>
                      </a:r>
                      <a:endParaRPr lang="en-US" dirty="0"/>
                    </a:p>
                  </a:txBody>
                  <a:tcPr/>
                </a:tc>
                <a:tc>
                  <a:txBody>
                    <a:bodyPr/>
                    <a:lstStyle/>
                    <a:p>
                      <a:r>
                        <a:rPr lang="en-US" sz="1800" kern="1200" dirty="0">
                          <a:solidFill>
                            <a:schemeClr val="dk1"/>
                          </a:solidFill>
                          <a:effectLst/>
                          <a:latin typeface="+mn-lt"/>
                          <a:ea typeface="+mn-ea"/>
                          <a:cs typeface="+mn-cs"/>
                        </a:rPr>
                        <a:t>{*, 𝜀}</a:t>
                      </a:r>
                      <a:endParaRPr lang="en-US" dirty="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a:t>
                      </a:r>
                      <a:r>
                        <a:rPr lang="en-US" sz="1800" kern="1200" dirty="0">
                          <a:solidFill>
                            <a:schemeClr val="dk1"/>
                          </a:solidFill>
                          <a:effectLst/>
                          <a:latin typeface="+mn-lt"/>
                          <a:ea typeface="+mn-ea"/>
                          <a:cs typeface="+mn-cs"/>
                        </a:rPr>
                        <a:t>+, $, ) </a:t>
                      </a:r>
                      <a:r>
                        <a:rPr lang="en-US" dirty="0"/>
                        <a:t>}</a:t>
                      </a:r>
                    </a:p>
                  </a:txBody>
                  <a:tcPr/>
                </a:tc>
                <a:extLst>
                  <a:ext uri="{0D108BD9-81ED-4DB2-BD59-A6C34878D82A}">
                    <a16:rowId xmlns:a16="http://schemas.microsoft.com/office/drawing/2014/main" val="201909295"/>
                  </a:ext>
                </a:extLst>
              </a:tr>
              <a:tr h="1012054">
                <a:tc>
                  <a:txBody>
                    <a:bodyPr/>
                    <a:lstStyle/>
                    <a:p>
                      <a:r>
                        <a:rPr lang="en-US" dirty="0"/>
                        <a:t>C</a:t>
                      </a:r>
                    </a:p>
                  </a:txBody>
                  <a:tcPr/>
                </a:tc>
                <a:tc>
                  <a:txBody>
                    <a:bodyPr/>
                    <a:lstStyle/>
                    <a:p>
                      <a:r>
                        <a:rPr lang="en-US" sz="1800" kern="1200" dirty="0">
                          <a:solidFill>
                            <a:schemeClr val="dk1"/>
                          </a:solidFill>
                          <a:effectLst/>
                          <a:latin typeface="+mn-lt"/>
                          <a:ea typeface="+mn-ea"/>
                          <a:cs typeface="+mn-cs"/>
                        </a:rPr>
                        <a:t>{id, ( }</a:t>
                      </a:r>
                      <a:endParaRPr lang="en-US" dirty="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a:t>
                      </a:r>
                      <a:r>
                        <a:rPr lang="en-US" sz="1800" kern="1200" dirty="0">
                          <a:solidFill>
                            <a:schemeClr val="dk1"/>
                          </a:solidFill>
                          <a:effectLst/>
                          <a:latin typeface="+mn-lt"/>
                          <a:ea typeface="+mn-ea"/>
                          <a:cs typeface="+mn-cs"/>
                        </a:rPr>
                        <a:t>*, +, $, ) </a:t>
                      </a:r>
                      <a:r>
                        <a:rPr lang="en-US" dirty="0"/>
                        <a:t>}</a:t>
                      </a:r>
                    </a:p>
                  </a:txBody>
                  <a:tcPr/>
                </a:tc>
                <a:extLst>
                  <a:ext uri="{0D108BD9-81ED-4DB2-BD59-A6C34878D82A}">
                    <a16:rowId xmlns:a16="http://schemas.microsoft.com/office/drawing/2014/main" val="2627889905"/>
                  </a:ext>
                </a:extLst>
              </a:tr>
            </a:tbl>
          </a:graphicData>
        </a:graphic>
      </p:graphicFrame>
      <p:sp>
        <p:nvSpPr>
          <p:cNvPr id="6" name="Rectangle 5">
            <a:extLst>
              <a:ext uri="{FF2B5EF4-FFF2-40B4-BE49-F238E27FC236}">
                <a16:creationId xmlns:a16="http://schemas.microsoft.com/office/drawing/2014/main" id="{91CF8492-9CCA-D139-49F8-137F73CEB47B}"/>
              </a:ext>
            </a:extLst>
          </p:cNvPr>
          <p:cNvSpPr/>
          <p:nvPr/>
        </p:nvSpPr>
        <p:spPr>
          <a:xfrm>
            <a:off x="612742" y="395926"/>
            <a:ext cx="8074058" cy="68815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FIRST AND FOLLOW SETS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LL(1) Parse Table</a:t>
            </a:r>
          </a:p>
        </p:txBody>
      </p:sp>
      <p:graphicFrame>
        <p:nvGraphicFramePr>
          <p:cNvPr id="4" name="Table 3">
            <a:extLst>
              <a:ext uri="{FF2B5EF4-FFF2-40B4-BE49-F238E27FC236}">
                <a16:creationId xmlns:a16="http://schemas.microsoft.com/office/drawing/2014/main" id="{ACE700F0-A04B-6292-C9D5-5C55C7538304}"/>
              </a:ext>
            </a:extLst>
          </p:cNvPr>
          <p:cNvGraphicFramePr>
            <a:graphicFrameLocks noGrp="1"/>
          </p:cNvGraphicFramePr>
          <p:nvPr>
            <p:extLst>
              <p:ext uri="{D42A27DB-BD31-4B8C-83A1-F6EECF244321}">
                <p14:modId xmlns:p14="http://schemas.microsoft.com/office/powerpoint/2010/main" val="2474287380"/>
              </p:ext>
            </p:extLst>
          </p:nvPr>
        </p:nvGraphicFramePr>
        <p:xfrm>
          <a:off x="286868" y="1498561"/>
          <a:ext cx="5163669" cy="4850392"/>
        </p:xfrm>
        <a:graphic>
          <a:graphicData uri="http://schemas.openxmlformats.org/drawingml/2006/table">
            <a:tbl>
              <a:tblPr firstRow="1" firstCol="1" bandRow="1">
                <a:tableStyleId>{5C22544A-7EE6-4342-B048-85BDC9FD1C3A}</a:tableStyleId>
              </a:tblPr>
              <a:tblGrid>
                <a:gridCol w="737667">
                  <a:extLst>
                    <a:ext uri="{9D8B030D-6E8A-4147-A177-3AD203B41FA5}">
                      <a16:colId xmlns:a16="http://schemas.microsoft.com/office/drawing/2014/main" val="1980969732"/>
                    </a:ext>
                  </a:extLst>
                </a:gridCol>
                <a:gridCol w="737667">
                  <a:extLst>
                    <a:ext uri="{9D8B030D-6E8A-4147-A177-3AD203B41FA5}">
                      <a16:colId xmlns:a16="http://schemas.microsoft.com/office/drawing/2014/main" val="1775785376"/>
                    </a:ext>
                  </a:extLst>
                </a:gridCol>
                <a:gridCol w="737667">
                  <a:extLst>
                    <a:ext uri="{9D8B030D-6E8A-4147-A177-3AD203B41FA5}">
                      <a16:colId xmlns:a16="http://schemas.microsoft.com/office/drawing/2014/main" val="2065081073"/>
                    </a:ext>
                  </a:extLst>
                </a:gridCol>
                <a:gridCol w="737667">
                  <a:extLst>
                    <a:ext uri="{9D8B030D-6E8A-4147-A177-3AD203B41FA5}">
                      <a16:colId xmlns:a16="http://schemas.microsoft.com/office/drawing/2014/main" val="625524541"/>
                    </a:ext>
                  </a:extLst>
                </a:gridCol>
                <a:gridCol w="737667">
                  <a:extLst>
                    <a:ext uri="{9D8B030D-6E8A-4147-A177-3AD203B41FA5}">
                      <a16:colId xmlns:a16="http://schemas.microsoft.com/office/drawing/2014/main" val="1604546636"/>
                    </a:ext>
                  </a:extLst>
                </a:gridCol>
                <a:gridCol w="737667">
                  <a:extLst>
                    <a:ext uri="{9D8B030D-6E8A-4147-A177-3AD203B41FA5}">
                      <a16:colId xmlns:a16="http://schemas.microsoft.com/office/drawing/2014/main" val="2846950500"/>
                    </a:ext>
                  </a:extLst>
                </a:gridCol>
                <a:gridCol w="737667">
                  <a:extLst>
                    <a:ext uri="{9D8B030D-6E8A-4147-A177-3AD203B41FA5}">
                      <a16:colId xmlns:a16="http://schemas.microsoft.com/office/drawing/2014/main" val="684056553"/>
                    </a:ext>
                  </a:extLst>
                </a:gridCol>
              </a:tblGrid>
              <a:tr h="1021672">
                <a:tc>
                  <a:txBody>
                    <a:bodyPr/>
                    <a:lstStyle/>
                    <a:p>
                      <a:pPr marL="0" marR="0" algn="ctr">
                        <a:lnSpc>
                          <a:spcPct val="115000"/>
                        </a:lnSpc>
                        <a:spcAft>
                          <a:spcPts val="1000"/>
                        </a:spcAft>
                        <a:buNone/>
                      </a:pPr>
                      <a:r>
                        <a:rPr lang="en-US" sz="1800" dirty="0">
                          <a:effectLst/>
                        </a:rPr>
                        <a:t>Non-Terminal</a:t>
                      </a:r>
                      <a:endParaRPr lang="en-US" sz="1800" dirty="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marL="0" marR="0" algn="ctr">
                        <a:lnSpc>
                          <a:spcPct val="115000"/>
                        </a:lnSpc>
                        <a:spcAft>
                          <a:spcPts val="1000"/>
                        </a:spcAft>
                        <a:buNone/>
                      </a:pPr>
                      <a:r>
                        <a:rPr lang="en-US" sz="1800" dirty="0">
                          <a:effectLst/>
                        </a:rPr>
                        <a:t>id</a:t>
                      </a:r>
                      <a:endParaRPr lang="en-US" sz="1800" dirty="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marL="0" marR="0" algn="ctr">
                        <a:lnSpc>
                          <a:spcPct val="115000"/>
                        </a:lnSpc>
                        <a:spcAft>
                          <a:spcPts val="1000"/>
                        </a:spcAft>
                        <a:buNone/>
                      </a:pPr>
                      <a:r>
                        <a:rPr lang="en-US" sz="1800">
                          <a:effectLst/>
                        </a:rPr>
                        <a:t>+</a:t>
                      </a:r>
                      <a:endParaRPr lang="en-US" sz="18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marL="0" marR="0" algn="ctr">
                        <a:lnSpc>
                          <a:spcPct val="115000"/>
                        </a:lnSpc>
                        <a:spcAft>
                          <a:spcPts val="1000"/>
                        </a:spcAft>
                        <a:buNone/>
                      </a:pPr>
                      <a:r>
                        <a:rPr lang="en-US" sz="1800">
                          <a:effectLst/>
                        </a:rPr>
                        <a:t>*</a:t>
                      </a:r>
                      <a:endParaRPr lang="en-US" sz="18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marL="0" marR="0" algn="ctr">
                        <a:lnSpc>
                          <a:spcPct val="115000"/>
                        </a:lnSpc>
                        <a:spcAft>
                          <a:spcPts val="1000"/>
                        </a:spcAft>
                        <a:buNone/>
                      </a:pPr>
                      <a:r>
                        <a:rPr lang="en-US" sz="1800">
                          <a:effectLst/>
                        </a:rPr>
                        <a:t>(</a:t>
                      </a:r>
                      <a:endParaRPr lang="en-US" sz="18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marL="0" marR="0" algn="ctr">
                        <a:lnSpc>
                          <a:spcPct val="115000"/>
                        </a:lnSpc>
                        <a:spcAft>
                          <a:spcPts val="1000"/>
                        </a:spcAft>
                        <a:buNone/>
                      </a:pPr>
                      <a:r>
                        <a:rPr lang="en-US" sz="1800" dirty="0">
                          <a:effectLst/>
                        </a:rPr>
                        <a:t>)</a:t>
                      </a:r>
                      <a:endParaRPr lang="en-US" sz="1800" dirty="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marL="0" marR="0" algn="ctr">
                        <a:lnSpc>
                          <a:spcPct val="115000"/>
                        </a:lnSpc>
                        <a:spcAft>
                          <a:spcPts val="1000"/>
                        </a:spcAft>
                        <a:buNone/>
                      </a:pPr>
                      <a:r>
                        <a:rPr lang="en-US" sz="1800">
                          <a:effectLst/>
                        </a:rPr>
                        <a:t>$</a:t>
                      </a:r>
                      <a:endParaRPr lang="en-US" sz="18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2783234853"/>
                  </a:ext>
                </a:extLst>
              </a:tr>
              <a:tr h="554764">
                <a:tc>
                  <a:txBody>
                    <a:bodyPr/>
                    <a:lstStyle/>
                    <a:p>
                      <a:pPr marL="0" marR="0" algn="ctr">
                        <a:lnSpc>
                          <a:spcPct val="115000"/>
                        </a:lnSpc>
                        <a:spcAft>
                          <a:spcPts val="1000"/>
                        </a:spcAft>
                        <a:buNone/>
                      </a:pPr>
                      <a:r>
                        <a:rPr lang="en-US" sz="1800">
                          <a:effectLst/>
                        </a:rPr>
                        <a:t>A</a:t>
                      </a:r>
                      <a:endParaRPr lang="en-US" sz="18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marL="0" marR="0" algn="ctr">
                        <a:lnSpc>
                          <a:spcPct val="115000"/>
                        </a:lnSpc>
                        <a:spcAft>
                          <a:spcPts val="1000"/>
                        </a:spcAft>
                        <a:buNone/>
                      </a:pPr>
                      <a:r>
                        <a:rPr lang="en-US" sz="1800" dirty="0">
                          <a:effectLst/>
                        </a:rPr>
                        <a:t>A → B A'</a:t>
                      </a:r>
                      <a:endParaRPr lang="en-US" sz="1800" dirty="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marL="0" marR="0" algn="ctr">
                        <a:lnSpc>
                          <a:spcPct val="115000"/>
                        </a:lnSpc>
                        <a:spcAft>
                          <a:spcPts val="1000"/>
                        </a:spcAft>
                        <a:buNone/>
                      </a:pPr>
                      <a:r>
                        <a:rPr lang="en-US" sz="1800">
                          <a:effectLst/>
                        </a:rPr>
                        <a:t> </a:t>
                      </a:r>
                      <a:endParaRPr lang="en-US" sz="18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marL="0" marR="0" algn="ctr">
                        <a:lnSpc>
                          <a:spcPct val="115000"/>
                        </a:lnSpc>
                        <a:spcAft>
                          <a:spcPts val="1000"/>
                        </a:spcAft>
                        <a:buNone/>
                      </a:pPr>
                      <a:r>
                        <a:rPr lang="en-US" sz="1800">
                          <a:effectLst/>
                        </a:rPr>
                        <a:t> </a:t>
                      </a:r>
                      <a:endParaRPr lang="en-US" sz="18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marL="0" marR="0" algn="ctr">
                        <a:lnSpc>
                          <a:spcPct val="115000"/>
                        </a:lnSpc>
                        <a:spcAft>
                          <a:spcPts val="1000"/>
                        </a:spcAft>
                        <a:buNone/>
                      </a:pPr>
                      <a:r>
                        <a:rPr lang="en-US" sz="1800">
                          <a:effectLst/>
                        </a:rPr>
                        <a:t>A → B A'</a:t>
                      </a:r>
                      <a:endParaRPr lang="en-US" sz="18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marL="0" marR="0" algn="ctr">
                        <a:lnSpc>
                          <a:spcPct val="115000"/>
                        </a:lnSpc>
                        <a:spcAft>
                          <a:spcPts val="1000"/>
                        </a:spcAft>
                        <a:buNone/>
                      </a:pPr>
                      <a:r>
                        <a:rPr lang="en-US" sz="1800">
                          <a:effectLst/>
                        </a:rPr>
                        <a:t> </a:t>
                      </a:r>
                      <a:endParaRPr lang="en-US" sz="18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marL="0" marR="0" algn="ctr">
                        <a:lnSpc>
                          <a:spcPct val="115000"/>
                        </a:lnSpc>
                        <a:spcAft>
                          <a:spcPts val="1000"/>
                        </a:spcAft>
                        <a:buNone/>
                      </a:pPr>
                      <a:r>
                        <a:rPr lang="en-US" sz="1800" dirty="0">
                          <a:effectLst/>
                        </a:rPr>
                        <a:t> </a:t>
                      </a:r>
                      <a:endParaRPr lang="en-US" sz="1800" dirty="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267246112"/>
                  </a:ext>
                </a:extLst>
              </a:tr>
              <a:tr h="554997">
                <a:tc>
                  <a:txBody>
                    <a:bodyPr/>
                    <a:lstStyle/>
                    <a:p>
                      <a:pPr marL="0" marR="0" algn="ctr">
                        <a:lnSpc>
                          <a:spcPct val="115000"/>
                        </a:lnSpc>
                        <a:spcAft>
                          <a:spcPts val="1000"/>
                        </a:spcAft>
                        <a:buNone/>
                      </a:pPr>
                      <a:r>
                        <a:rPr lang="en-US" sz="1800">
                          <a:effectLst/>
                        </a:rPr>
                        <a:t>A'</a:t>
                      </a:r>
                      <a:endParaRPr lang="en-US" sz="18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marL="0" marR="0" algn="ctr">
                        <a:lnSpc>
                          <a:spcPct val="115000"/>
                        </a:lnSpc>
                        <a:spcAft>
                          <a:spcPts val="1000"/>
                        </a:spcAft>
                        <a:buNone/>
                      </a:pPr>
                      <a:r>
                        <a:rPr lang="en-US" sz="1800">
                          <a:effectLst/>
                        </a:rPr>
                        <a:t> </a:t>
                      </a:r>
                      <a:endParaRPr lang="en-US" sz="18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marL="0" marR="0" algn="ctr">
                        <a:lnSpc>
                          <a:spcPct val="115000"/>
                        </a:lnSpc>
                        <a:spcAft>
                          <a:spcPts val="1000"/>
                        </a:spcAft>
                        <a:buNone/>
                      </a:pPr>
                      <a:r>
                        <a:rPr lang="en-US" sz="1800">
                          <a:effectLst/>
                        </a:rPr>
                        <a:t>A' → + B A'</a:t>
                      </a:r>
                      <a:endParaRPr lang="en-US" sz="18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marL="0" marR="0" algn="ctr">
                        <a:lnSpc>
                          <a:spcPct val="115000"/>
                        </a:lnSpc>
                        <a:spcAft>
                          <a:spcPts val="1000"/>
                        </a:spcAft>
                        <a:buNone/>
                      </a:pPr>
                      <a:r>
                        <a:rPr lang="en-US" sz="1800">
                          <a:effectLst/>
                        </a:rPr>
                        <a:t> </a:t>
                      </a:r>
                      <a:endParaRPr lang="en-US" sz="18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marL="0" marR="0" algn="ctr">
                        <a:lnSpc>
                          <a:spcPct val="115000"/>
                        </a:lnSpc>
                        <a:spcAft>
                          <a:spcPts val="1000"/>
                        </a:spcAft>
                        <a:buNone/>
                      </a:pPr>
                      <a:r>
                        <a:rPr lang="en-US" sz="1800">
                          <a:effectLst/>
                        </a:rPr>
                        <a:t> </a:t>
                      </a:r>
                      <a:endParaRPr lang="en-US" sz="18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marL="0" marR="0" algn="ctr">
                        <a:lnSpc>
                          <a:spcPct val="115000"/>
                        </a:lnSpc>
                        <a:spcAft>
                          <a:spcPts val="1000"/>
                        </a:spcAft>
                        <a:buNone/>
                      </a:pPr>
                      <a:r>
                        <a:rPr lang="en-US" sz="1800">
                          <a:effectLst/>
                        </a:rPr>
                        <a:t>A' → 𝜀</a:t>
                      </a:r>
                      <a:endParaRPr lang="en-US" sz="18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marL="0" marR="0" algn="ctr">
                        <a:lnSpc>
                          <a:spcPct val="115000"/>
                        </a:lnSpc>
                        <a:spcAft>
                          <a:spcPts val="1000"/>
                        </a:spcAft>
                        <a:buNone/>
                      </a:pPr>
                      <a:r>
                        <a:rPr lang="en-US" sz="1800">
                          <a:effectLst/>
                        </a:rPr>
                        <a:t>A' → 𝜀</a:t>
                      </a:r>
                      <a:endParaRPr lang="en-US" sz="18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177455751"/>
                  </a:ext>
                </a:extLst>
              </a:tr>
              <a:tr h="554764">
                <a:tc>
                  <a:txBody>
                    <a:bodyPr/>
                    <a:lstStyle/>
                    <a:p>
                      <a:pPr marL="0" marR="0" algn="ctr">
                        <a:lnSpc>
                          <a:spcPct val="115000"/>
                        </a:lnSpc>
                        <a:spcAft>
                          <a:spcPts val="1000"/>
                        </a:spcAft>
                        <a:buNone/>
                      </a:pPr>
                      <a:r>
                        <a:rPr lang="en-US" sz="1800">
                          <a:effectLst/>
                        </a:rPr>
                        <a:t>B</a:t>
                      </a:r>
                      <a:endParaRPr lang="en-US" sz="18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marL="0" marR="0" algn="ctr">
                        <a:lnSpc>
                          <a:spcPct val="115000"/>
                        </a:lnSpc>
                        <a:spcAft>
                          <a:spcPts val="1000"/>
                        </a:spcAft>
                        <a:buNone/>
                      </a:pPr>
                      <a:r>
                        <a:rPr lang="en-US" sz="1800">
                          <a:effectLst/>
                        </a:rPr>
                        <a:t>B → C B'</a:t>
                      </a:r>
                      <a:endParaRPr lang="en-US" sz="18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marL="0" marR="0" algn="ctr">
                        <a:lnSpc>
                          <a:spcPct val="115000"/>
                        </a:lnSpc>
                        <a:spcAft>
                          <a:spcPts val="1000"/>
                        </a:spcAft>
                        <a:buNone/>
                      </a:pPr>
                      <a:r>
                        <a:rPr lang="en-US" sz="1800">
                          <a:effectLst/>
                        </a:rPr>
                        <a:t> </a:t>
                      </a:r>
                      <a:endParaRPr lang="en-US" sz="18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marL="0" marR="0" algn="ctr">
                        <a:lnSpc>
                          <a:spcPct val="115000"/>
                        </a:lnSpc>
                        <a:spcAft>
                          <a:spcPts val="1000"/>
                        </a:spcAft>
                        <a:buNone/>
                      </a:pPr>
                      <a:r>
                        <a:rPr lang="en-US" sz="1800">
                          <a:effectLst/>
                        </a:rPr>
                        <a:t> </a:t>
                      </a:r>
                      <a:endParaRPr lang="en-US" sz="18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marL="0" marR="0" algn="ctr">
                        <a:lnSpc>
                          <a:spcPct val="115000"/>
                        </a:lnSpc>
                        <a:spcAft>
                          <a:spcPts val="1000"/>
                        </a:spcAft>
                        <a:buNone/>
                      </a:pPr>
                      <a:r>
                        <a:rPr lang="en-US" sz="1800">
                          <a:effectLst/>
                        </a:rPr>
                        <a:t>B → C B'</a:t>
                      </a:r>
                      <a:endParaRPr lang="en-US" sz="18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marL="0" marR="0" algn="ctr">
                        <a:lnSpc>
                          <a:spcPct val="115000"/>
                        </a:lnSpc>
                        <a:spcAft>
                          <a:spcPts val="1000"/>
                        </a:spcAft>
                        <a:buNone/>
                      </a:pPr>
                      <a:r>
                        <a:rPr lang="en-US" sz="1800">
                          <a:effectLst/>
                        </a:rPr>
                        <a:t> </a:t>
                      </a:r>
                      <a:endParaRPr lang="en-US" sz="18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marL="0" marR="0" algn="ctr">
                        <a:lnSpc>
                          <a:spcPct val="115000"/>
                        </a:lnSpc>
                        <a:spcAft>
                          <a:spcPts val="1000"/>
                        </a:spcAft>
                        <a:buNone/>
                      </a:pPr>
                      <a:r>
                        <a:rPr lang="en-US" sz="1800" dirty="0">
                          <a:effectLst/>
                        </a:rPr>
                        <a:t> </a:t>
                      </a:r>
                      <a:endParaRPr lang="en-US" sz="1800" dirty="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417055570"/>
                  </a:ext>
                </a:extLst>
              </a:tr>
              <a:tr h="554764">
                <a:tc>
                  <a:txBody>
                    <a:bodyPr/>
                    <a:lstStyle/>
                    <a:p>
                      <a:pPr marL="0" marR="0" algn="ctr">
                        <a:lnSpc>
                          <a:spcPct val="115000"/>
                        </a:lnSpc>
                        <a:spcAft>
                          <a:spcPts val="1000"/>
                        </a:spcAft>
                        <a:buNone/>
                      </a:pPr>
                      <a:r>
                        <a:rPr lang="en-US" sz="1800">
                          <a:effectLst/>
                        </a:rPr>
                        <a:t>B'</a:t>
                      </a:r>
                      <a:endParaRPr lang="en-US" sz="18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marL="0" marR="0" algn="ctr">
                        <a:lnSpc>
                          <a:spcPct val="115000"/>
                        </a:lnSpc>
                        <a:spcAft>
                          <a:spcPts val="1000"/>
                        </a:spcAft>
                        <a:buNone/>
                      </a:pPr>
                      <a:r>
                        <a:rPr lang="en-US" sz="1800">
                          <a:effectLst/>
                        </a:rPr>
                        <a:t> </a:t>
                      </a:r>
                      <a:endParaRPr lang="en-US" sz="18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marL="0" marR="0" algn="ctr">
                        <a:lnSpc>
                          <a:spcPct val="115000"/>
                        </a:lnSpc>
                        <a:spcAft>
                          <a:spcPts val="1000"/>
                        </a:spcAft>
                        <a:buNone/>
                      </a:pPr>
                      <a:r>
                        <a:rPr lang="en-US" sz="1800">
                          <a:effectLst/>
                        </a:rPr>
                        <a:t>B' → 𝜀</a:t>
                      </a:r>
                      <a:endParaRPr lang="en-US" sz="18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marL="0" marR="0" algn="ctr">
                        <a:lnSpc>
                          <a:spcPct val="115000"/>
                        </a:lnSpc>
                        <a:spcAft>
                          <a:spcPts val="1000"/>
                        </a:spcAft>
                        <a:buNone/>
                      </a:pPr>
                      <a:r>
                        <a:rPr lang="en-US" sz="1800">
                          <a:effectLst/>
                        </a:rPr>
                        <a:t>B' → * C B'</a:t>
                      </a:r>
                      <a:endParaRPr lang="en-US" sz="18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marL="0" marR="0" algn="ctr">
                        <a:lnSpc>
                          <a:spcPct val="115000"/>
                        </a:lnSpc>
                        <a:spcAft>
                          <a:spcPts val="1000"/>
                        </a:spcAft>
                        <a:buNone/>
                      </a:pPr>
                      <a:r>
                        <a:rPr lang="en-US" sz="1800">
                          <a:effectLst/>
                        </a:rPr>
                        <a:t> </a:t>
                      </a:r>
                      <a:endParaRPr lang="en-US" sz="18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marL="0" marR="0" algn="ctr">
                        <a:lnSpc>
                          <a:spcPct val="115000"/>
                        </a:lnSpc>
                        <a:spcAft>
                          <a:spcPts val="1000"/>
                        </a:spcAft>
                        <a:buNone/>
                      </a:pPr>
                      <a:r>
                        <a:rPr lang="en-US" sz="1800">
                          <a:effectLst/>
                        </a:rPr>
                        <a:t>B' → 𝜀</a:t>
                      </a:r>
                      <a:endParaRPr lang="en-US" sz="18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marL="0" marR="0" algn="ctr">
                        <a:lnSpc>
                          <a:spcPct val="115000"/>
                        </a:lnSpc>
                        <a:spcAft>
                          <a:spcPts val="1000"/>
                        </a:spcAft>
                        <a:buNone/>
                      </a:pPr>
                      <a:r>
                        <a:rPr lang="en-US" sz="1800">
                          <a:effectLst/>
                        </a:rPr>
                        <a:t>B' → 𝜀</a:t>
                      </a:r>
                      <a:endParaRPr lang="en-US" sz="18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1651746716"/>
                  </a:ext>
                </a:extLst>
              </a:tr>
              <a:tr h="554764">
                <a:tc>
                  <a:txBody>
                    <a:bodyPr/>
                    <a:lstStyle/>
                    <a:p>
                      <a:pPr marL="0" marR="0" algn="ctr">
                        <a:lnSpc>
                          <a:spcPct val="115000"/>
                        </a:lnSpc>
                        <a:spcAft>
                          <a:spcPts val="1000"/>
                        </a:spcAft>
                        <a:buNone/>
                      </a:pPr>
                      <a:r>
                        <a:rPr lang="en-US" sz="1800">
                          <a:effectLst/>
                        </a:rPr>
                        <a:t>C</a:t>
                      </a:r>
                      <a:endParaRPr lang="en-US" sz="18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marL="0" marR="0" algn="ctr">
                        <a:lnSpc>
                          <a:spcPct val="115000"/>
                        </a:lnSpc>
                        <a:spcAft>
                          <a:spcPts val="1000"/>
                        </a:spcAft>
                        <a:buNone/>
                      </a:pPr>
                      <a:r>
                        <a:rPr lang="en-US" sz="1800">
                          <a:effectLst/>
                        </a:rPr>
                        <a:t>C → id</a:t>
                      </a:r>
                      <a:endParaRPr lang="en-US" sz="18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marL="0" marR="0" algn="ctr">
                        <a:lnSpc>
                          <a:spcPct val="115000"/>
                        </a:lnSpc>
                        <a:spcAft>
                          <a:spcPts val="1000"/>
                        </a:spcAft>
                        <a:buNone/>
                      </a:pPr>
                      <a:r>
                        <a:rPr lang="en-US" sz="1800">
                          <a:effectLst/>
                        </a:rPr>
                        <a:t> </a:t>
                      </a:r>
                      <a:endParaRPr lang="en-US" sz="18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marL="0" marR="0" algn="ctr">
                        <a:lnSpc>
                          <a:spcPct val="115000"/>
                        </a:lnSpc>
                        <a:spcAft>
                          <a:spcPts val="1000"/>
                        </a:spcAft>
                        <a:buNone/>
                      </a:pPr>
                      <a:r>
                        <a:rPr lang="en-US" sz="1800">
                          <a:effectLst/>
                        </a:rPr>
                        <a:t> </a:t>
                      </a:r>
                      <a:endParaRPr lang="en-US" sz="18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marL="0" marR="0" algn="ctr">
                        <a:lnSpc>
                          <a:spcPct val="115000"/>
                        </a:lnSpc>
                        <a:spcAft>
                          <a:spcPts val="1000"/>
                        </a:spcAft>
                        <a:buNone/>
                      </a:pPr>
                      <a:r>
                        <a:rPr lang="en-US" sz="1800">
                          <a:effectLst/>
                        </a:rPr>
                        <a:t>C → ( A )</a:t>
                      </a:r>
                      <a:endParaRPr lang="en-US" sz="18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marL="0" marR="0" algn="ctr">
                        <a:lnSpc>
                          <a:spcPct val="115000"/>
                        </a:lnSpc>
                        <a:spcAft>
                          <a:spcPts val="1000"/>
                        </a:spcAft>
                        <a:buNone/>
                      </a:pPr>
                      <a:r>
                        <a:rPr lang="en-US" sz="1800">
                          <a:effectLst/>
                        </a:rPr>
                        <a:t> </a:t>
                      </a:r>
                      <a:endParaRPr lang="en-US" sz="18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marL="0" marR="0" algn="ctr">
                        <a:lnSpc>
                          <a:spcPct val="115000"/>
                        </a:lnSpc>
                        <a:spcAft>
                          <a:spcPts val="1000"/>
                        </a:spcAft>
                        <a:buNone/>
                      </a:pPr>
                      <a:r>
                        <a:rPr lang="en-US" sz="1800" dirty="0">
                          <a:effectLst/>
                        </a:rPr>
                        <a:t> </a:t>
                      </a:r>
                      <a:endParaRPr lang="en-US" sz="1800" dirty="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1193022913"/>
                  </a:ext>
                </a:extLst>
              </a:tr>
              <a:tr h="493888">
                <a:tc>
                  <a:txBody>
                    <a:bodyPr/>
                    <a:lstStyle/>
                    <a:p>
                      <a:pPr marL="0" marR="0" algn="ctr">
                        <a:lnSpc>
                          <a:spcPct val="115000"/>
                        </a:lnSpc>
                        <a:spcAft>
                          <a:spcPts val="1000"/>
                        </a:spcAft>
                        <a:buNone/>
                      </a:pPr>
                      <a:r>
                        <a:rPr lang="en-US" sz="1800">
                          <a:effectLst/>
                        </a:rPr>
                        <a:t> </a:t>
                      </a:r>
                      <a:endParaRPr lang="en-US" sz="18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marL="0" marR="0" algn="ctr">
                        <a:lnSpc>
                          <a:spcPct val="115000"/>
                        </a:lnSpc>
                        <a:spcAft>
                          <a:spcPts val="1000"/>
                        </a:spcAft>
                        <a:buNone/>
                      </a:pPr>
                      <a:r>
                        <a:rPr lang="en-US" sz="1800">
                          <a:effectLst/>
                        </a:rPr>
                        <a:t> </a:t>
                      </a:r>
                      <a:endParaRPr lang="en-US" sz="18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marL="0" marR="0" algn="ctr">
                        <a:lnSpc>
                          <a:spcPct val="115000"/>
                        </a:lnSpc>
                        <a:spcAft>
                          <a:spcPts val="1000"/>
                        </a:spcAft>
                        <a:buNone/>
                      </a:pPr>
                      <a:r>
                        <a:rPr lang="en-US" sz="1800">
                          <a:effectLst/>
                        </a:rPr>
                        <a:t> </a:t>
                      </a:r>
                      <a:endParaRPr lang="en-US" sz="18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marL="0" marR="0" algn="ctr">
                        <a:lnSpc>
                          <a:spcPct val="115000"/>
                        </a:lnSpc>
                        <a:spcAft>
                          <a:spcPts val="1000"/>
                        </a:spcAft>
                        <a:buNone/>
                      </a:pPr>
                      <a:r>
                        <a:rPr lang="en-US" sz="1800">
                          <a:effectLst/>
                        </a:rPr>
                        <a:t> </a:t>
                      </a:r>
                      <a:endParaRPr lang="en-US" sz="18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marL="0" marR="0" algn="ctr">
                        <a:lnSpc>
                          <a:spcPct val="115000"/>
                        </a:lnSpc>
                        <a:spcAft>
                          <a:spcPts val="1000"/>
                        </a:spcAft>
                        <a:buNone/>
                      </a:pPr>
                      <a:r>
                        <a:rPr lang="en-US" sz="1800">
                          <a:effectLst/>
                        </a:rPr>
                        <a:t> </a:t>
                      </a:r>
                      <a:endParaRPr lang="en-US" sz="18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marL="0" marR="0" algn="ctr">
                        <a:lnSpc>
                          <a:spcPct val="115000"/>
                        </a:lnSpc>
                        <a:spcAft>
                          <a:spcPts val="1000"/>
                        </a:spcAft>
                        <a:buNone/>
                      </a:pPr>
                      <a:r>
                        <a:rPr lang="en-US" sz="1800">
                          <a:effectLst/>
                        </a:rPr>
                        <a:t> </a:t>
                      </a:r>
                      <a:endParaRPr lang="en-US" sz="18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marL="0" marR="0" algn="ctr">
                        <a:lnSpc>
                          <a:spcPct val="115000"/>
                        </a:lnSpc>
                        <a:spcAft>
                          <a:spcPts val="1000"/>
                        </a:spcAft>
                        <a:buNone/>
                      </a:pPr>
                      <a:r>
                        <a:rPr lang="en-US" sz="1800" dirty="0">
                          <a:effectLst/>
                        </a:rPr>
                        <a:t> </a:t>
                      </a:r>
                      <a:endParaRPr lang="en-US" sz="1800" dirty="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21591735"/>
                  </a:ext>
                </a:extLst>
              </a:tr>
            </a:tbl>
          </a:graphicData>
        </a:graphic>
      </p:graphicFrame>
      <p:sp>
        <p:nvSpPr>
          <p:cNvPr id="6" name="Rectangle 5">
            <a:extLst>
              <a:ext uri="{FF2B5EF4-FFF2-40B4-BE49-F238E27FC236}">
                <a16:creationId xmlns:a16="http://schemas.microsoft.com/office/drawing/2014/main" id="{E9C73A29-E221-61F5-5B05-57F7C2C1D494}"/>
              </a:ext>
            </a:extLst>
          </p:cNvPr>
          <p:cNvSpPr/>
          <p:nvPr/>
        </p:nvSpPr>
        <p:spPr>
          <a:xfrm>
            <a:off x="286868" y="509047"/>
            <a:ext cx="8158898" cy="44472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defTabSz="914400" eaLnBrk="0" fontAlgn="base" hangingPunct="0">
              <a:spcBef>
                <a:spcPct val="0"/>
              </a:spcBef>
              <a:spcAft>
                <a:spcPct val="0"/>
              </a:spcAft>
            </a:pPr>
            <a:r>
              <a:rPr lang="en-US" altLang="en-US" sz="2400" b="1" dirty="0">
                <a:solidFill>
                  <a:schemeClr val="tx1"/>
                </a:solidFill>
                <a:latin typeface="Calibri" panose="020F0502020204030204" pitchFamily="34" charset="0"/>
                <a:ea typeface="Times New Roman" panose="02020603050405020304" pitchFamily="18" charset="0"/>
                <a:cs typeface="Times New Roman" panose="02020603050405020304" pitchFamily="18" charset="0"/>
              </a:rPr>
              <a:t>LL(1) Parser Table:</a:t>
            </a:r>
            <a:endParaRPr lang="en-US" altLang="en-US" sz="2400" dirty="0">
              <a:solidFill>
                <a:schemeClr val="tx1"/>
              </a:solidFill>
            </a:endParaRPr>
          </a:p>
        </p:txBody>
      </p:sp>
      <p:sp>
        <p:nvSpPr>
          <p:cNvPr id="5" name="Rectangle 4">
            <a:extLst>
              <a:ext uri="{FF2B5EF4-FFF2-40B4-BE49-F238E27FC236}">
                <a16:creationId xmlns:a16="http://schemas.microsoft.com/office/drawing/2014/main" id="{43A4939C-1F62-EA12-1F57-ACA51A96113C}"/>
              </a:ext>
            </a:extLst>
          </p:cNvPr>
          <p:cNvSpPr/>
          <p:nvPr/>
        </p:nvSpPr>
        <p:spPr>
          <a:xfrm>
            <a:off x="6320119" y="1600200"/>
            <a:ext cx="2563906" cy="454958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a:extLst>
              <a:ext uri="{FF2B5EF4-FFF2-40B4-BE49-F238E27FC236}">
                <a16:creationId xmlns:a16="http://schemas.microsoft.com/office/drawing/2014/main" id="{DE63D55A-7590-64F9-57B3-94CCEC1098EB}"/>
              </a:ext>
            </a:extLst>
          </p:cNvPr>
          <p:cNvPicPr>
            <a:picLocks noChangeAspect="1"/>
          </p:cNvPicPr>
          <p:nvPr/>
        </p:nvPicPr>
        <p:blipFill>
          <a:blip r:embed="rId2"/>
          <a:stretch>
            <a:fillRect/>
          </a:stretch>
        </p:blipFill>
        <p:spPr>
          <a:xfrm>
            <a:off x="5800165" y="1498561"/>
            <a:ext cx="3147333" cy="4850392"/>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288DE189-48FE-98E6-1CAA-D5D40ABA59A3}"/>
              </a:ext>
            </a:extLst>
          </p:cNvPr>
          <p:cNvGraphicFramePr>
            <a:graphicFrameLocks noGrp="1"/>
          </p:cNvGraphicFramePr>
          <p:nvPr>
            <p:extLst>
              <p:ext uri="{D42A27DB-BD31-4B8C-83A1-F6EECF244321}">
                <p14:modId xmlns:p14="http://schemas.microsoft.com/office/powerpoint/2010/main" val="3562522717"/>
              </p:ext>
            </p:extLst>
          </p:nvPr>
        </p:nvGraphicFramePr>
        <p:xfrm>
          <a:off x="490978" y="1357460"/>
          <a:ext cx="4529256" cy="5195743"/>
        </p:xfrm>
        <a:graphic>
          <a:graphicData uri="http://schemas.openxmlformats.org/drawingml/2006/table">
            <a:tbl>
              <a:tblPr firstRow="1" firstCol="1" bandRow="1">
                <a:tableStyleId>{5C22544A-7EE6-4342-B048-85BDC9FD1C3A}</a:tableStyleId>
              </a:tblPr>
              <a:tblGrid>
                <a:gridCol w="1509752">
                  <a:extLst>
                    <a:ext uri="{9D8B030D-6E8A-4147-A177-3AD203B41FA5}">
                      <a16:colId xmlns:a16="http://schemas.microsoft.com/office/drawing/2014/main" val="3364978322"/>
                    </a:ext>
                  </a:extLst>
                </a:gridCol>
                <a:gridCol w="1509752">
                  <a:extLst>
                    <a:ext uri="{9D8B030D-6E8A-4147-A177-3AD203B41FA5}">
                      <a16:colId xmlns:a16="http://schemas.microsoft.com/office/drawing/2014/main" val="576473621"/>
                    </a:ext>
                  </a:extLst>
                </a:gridCol>
                <a:gridCol w="1509752">
                  <a:extLst>
                    <a:ext uri="{9D8B030D-6E8A-4147-A177-3AD203B41FA5}">
                      <a16:colId xmlns:a16="http://schemas.microsoft.com/office/drawing/2014/main" val="4055753696"/>
                    </a:ext>
                  </a:extLst>
                </a:gridCol>
              </a:tblGrid>
              <a:tr h="240979">
                <a:tc>
                  <a:txBody>
                    <a:bodyPr/>
                    <a:lstStyle/>
                    <a:p>
                      <a:pPr marL="0" marR="0" algn="ctr">
                        <a:lnSpc>
                          <a:spcPct val="115000"/>
                        </a:lnSpc>
                        <a:spcAft>
                          <a:spcPts val="1000"/>
                        </a:spcAft>
                        <a:buNone/>
                      </a:pPr>
                      <a:r>
                        <a:rPr lang="en-US" sz="1100" dirty="0">
                          <a:effectLst/>
                        </a:rPr>
                        <a:t>Stack</a:t>
                      </a:r>
                      <a:endParaRPr lang="en-US" sz="1100" dirty="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marL="0" marR="0" algn="ctr">
                        <a:lnSpc>
                          <a:spcPct val="115000"/>
                        </a:lnSpc>
                        <a:spcAft>
                          <a:spcPts val="1000"/>
                        </a:spcAft>
                        <a:buNone/>
                      </a:pPr>
                      <a:r>
                        <a:rPr lang="en-US" sz="1100" dirty="0">
                          <a:effectLst/>
                        </a:rPr>
                        <a:t>Input</a:t>
                      </a:r>
                      <a:endParaRPr lang="en-US" sz="1100" dirty="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marL="0" marR="0" algn="ctr">
                        <a:lnSpc>
                          <a:spcPct val="115000"/>
                        </a:lnSpc>
                        <a:spcAft>
                          <a:spcPts val="1000"/>
                        </a:spcAft>
                        <a:buNone/>
                      </a:pPr>
                      <a:r>
                        <a:rPr lang="en-US" sz="1100" dirty="0">
                          <a:effectLst/>
                          <a:latin typeface="Cambria" panose="02040503050406030204" pitchFamily="18" charset="0"/>
                          <a:ea typeface="MS Mincho" panose="02020609040205080304" pitchFamily="49" charset="-128"/>
                          <a:cs typeface="Times New Roman" panose="02020603050405020304" pitchFamily="18" charset="0"/>
                        </a:rPr>
                        <a:t>Output</a:t>
                      </a:r>
                    </a:p>
                  </a:txBody>
                  <a:tcPr marL="68580" marR="68580" marT="0" marB="0"/>
                </a:tc>
                <a:extLst>
                  <a:ext uri="{0D108BD9-81ED-4DB2-BD59-A6C34878D82A}">
                    <a16:rowId xmlns:a16="http://schemas.microsoft.com/office/drawing/2014/main" val="316156568"/>
                  </a:ext>
                </a:extLst>
              </a:tr>
              <a:tr h="302404">
                <a:tc>
                  <a:txBody>
                    <a:bodyPr/>
                    <a:lstStyle/>
                    <a:p>
                      <a:pPr marL="0" marR="0" algn="ctr">
                        <a:lnSpc>
                          <a:spcPct val="115000"/>
                        </a:lnSpc>
                        <a:spcAft>
                          <a:spcPts val="1000"/>
                        </a:spcAft>
                        <a:buNone/>
                      </a:pPr>
                      <a:r>
                        <a:rPr lang="en-US" sz="1100" dirty="0">
                          <a:effectLst/>
                        </a:rPr>
                        <a:t>A $</a:t>
                      </a:r>
                      <a:endParaRPr lang="en-US" sz="1100" dirty="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marL="0" marR="0" algn="ctr">
                        <a:lnSpc>
                          <a:spcPct val="115000"/>
                        </a:lnSpc>
                        <a:spcAft>
                          <a:spcPts val="1000"/>
                        </a:spcAft>
                        <a:buNone/>
                      </a:pPr>
                      <a:r>
                        <a:rPr lang="en-US" sz="1100" dirty="0">
                          <a:effectLst/>
                        </a:rPr>
                        <a:t>id * id + id $</a:t>
                      </a:r>
                      <a:endParaRPr lang="en-US" sz="1100" dirty="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marL="0" marR="0" algn="ctr">
                        <a:lnSpc>
                          <a:spcPct val="115000"/>
                        </a:lnSpc>
                        <a:spcAft>
                          <a:spcPts val="1000"/>
                        </a:spcAft>
                        <a:buNone/>
                      </a:pPr>
                      <a:r>
                        <a:rPr lang="en-US" sz="1100" dirty="0">
                          <a:effectLst/>
                        </a:rPr>
                        <a:t>A → B A'</a:t>
                      </a:r>
                      <a:endParaRPr lang="en-US" sz="1100" dirty="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3068013641"/>
                  </a:ext>
                </a:extLst>
              </a:tr>
              <a:tr h="337298">
                <a:tc>
                  <a:txBody>
                    <a:bodyPr/>
                    <a:lstStyle/>
                    <a:p>
                      <a:pPr marL="0" marR="0" algn="ctr">
                        <a:lnSpc>
                          <a:spcPct val="115000"/>
                        </a:lnSpc>
                        <a:spcAft>
                          <a:spcPts val="1000"/>
                        </a:spcAft>
                        <a:buNone/>
                      </a:pPr>
                      <a:r>
                        <a:rPr lang="en-US" sz="1100">
                          <a:effectLst/>
                        </a:rPr>
                        <a:t>B A' $</a:t>
                      </a:r>
                      <a:endParaRPr lang="en-US"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marL="0" marR="0" algn="ctr">
                        <a:lnSpc>
                          <a:spcPct val="115000"/>
                        </a:lnSpc>
                        <a:spcAft>
                          <a:spcPts val="1000"/>
                        </a:spcAft>
                        <a:buNone/>
                      </a:pPr>
                      <a:r>
                        <a:rPr lang="en-US" sz="1100" dirty="0">
                          <a:effectLst/>
                        </a:rPr>
                        <a:t>id * id + id $</a:t>
                      </a:r>
                      <a:endParaRPr lang="en-US" sz="1100" dirty="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marL="0" marR="0" algn="ctr">
                        <a:lnSpc>
                          <a:spcPct val="115000"/>
                        </a:lnSpc>
                        <a:spcAft>
                          <a:spcPts val="1000"/>
                        </a:spcAft>
                        <a:buNone/>
                      </a:pPr>
                      <a:r>
                        <a:rPr lang="en-US" sz="1100">
                          <a:effectLst/>
                        </a:rPr>
                        <a:t>B → C B'</a:t>
                      </a:r>
                      <a:endParaRPr lang="en-US"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1244397338"/>
                  </a:ext>
                </a:extLst>
              </a:tr>
              <a:tr h="968443">
                <a:tc>
                  <a:txBody>
                    <a:bodyPr/>
                    <a:lstStyle/>
                    <a:p>
                      <a:pPr marL="0" marR="0" algn="ctr">
                        <a:lnSpc>
                          <a:spcPct val="115000"/>
                        </a:lnSpc>
                        <a:spcAft>
                          <a:spcPts val="1000"/>
                        </a:spcAft>
                        <a:buNone/>
                      </a:pPr>
                      <a:r>
                        <a:rPr lang="en-US" sz="1100" dirty="0">
                          <a:effectLst/>
                        </a:rPr>
                        <a:t>C B' A’ $</a:t>
                      </a:r>
                    </a:p>
                    <a:p>
                      <a:pPr marL="0" marR="0" lvl="0" indent="0" algn="ctr" defTabSz="457200" rtl="0" eaLnBrk="1" fontAlgn="auto" latinLnBrk="0" hangingPunct="1">
                        <a:lnSpc>
                          <a:spcPct val="115000"/>
                        </a:lnSpc>
                        <a:spcBef>
                          <a:spcPts val="0"/>
                        </a:spcBef>
                        <a:spcAft>
                          <a:spcPts val="1000"/>
                        </a:spcAft>
                        <a:buClrTx/>
                        <a:buSzTx/>
                        <a:buFontTx/>
                        <a:buNone/>
                        <a:tabLst/>
                        <a:defRPr/>
                      </a:pPr>
                      <a:r>
                        <a:rPr lang="en-US" sz="1100" dirty="0">
                          <a:effectLst/>
                        </a:rPr>
                        <a:t>id B' A’ $</a:t>
                      </a:r>
                    </a:p>
                  </a:txBody>
                  <a:tcPr marL="68580" marR="68580" marT="0" marB="0"/>
                </a:tc>
                <a:tc>
                  <a:txBody>
                    <a:bodyPr/>
                    <a:lstStyle/>
                    <a:p>
                      <a:pPr marL="0" marR="0" algn="ctr">
                        <a:lnSpc>
                          <a:spcPct val="115000"/>
                        </a:lnSpc>
                        <a:spcAft>
                          <a:spcPts val="1000"/>
                        </a:spcAft>
                        <a:buNone/>
                      </a:pPr>
                      <a:r>
                        <a:rPr lang="en-US" sz="1100" dirty="0">
                          <a:effectLst/>
                        </a:rPr>
                        <a:t>id * id + id $</a:t>
                      </a:r>
                    </a:p>
                    <a:p>
                      <a:pPr marL="0" marR="0" lvl="0" indent="0" algn="ctr" defTabSz="457200" rtl="0" eaLnBrk="1" fontAlgn="auto" latinLnBrk="0" hangingPunct="1">
                        <a:lnSpc>
                          <a:spcPct val="115000"/>
                        </a:lnSpc>
                        <a:spcBef>
                          <a:spcPts val="0"/>
                        </a:spcBef>
                        <a:spcAft>
                          <a:spcPts val="1000"/>
                        </a:spcAft>
                        <a:buClrTx/>
                        <a:buSzTx/>
                        <a:buFontTx/>
                        <a:buNone/>
                        <a:tabLst/>
                        <a:defRPr/>
                      </a:pPr>
                      <a:r>
                        <a:rPr lang="en-US" sz="1100" dirty="0">
                          <a:effectLst/>
                        </a:rPr>
                        <a:t>id * id + id $</a:t>
                      </a:r>
                    </a:p>
                    <a:p>
                      <a:pPr marL="0" marR="0" algn="ctr">
                        <a:lnSpc>
                          <a:spcPct val="115000"/>
                        </a:lnSpc>
                        <a:spcAft>
                          <a:spcPts val="1000"/>
                        </a:spcAft>
                        <a:buNone/>
                      </a:pPr>
                      <a:endParaRPr lang="en-US" sz="1100" dirty="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marL="0" marR="0" algn="ctr">
                        <a:lnSpc>
                          <a:spcPct val="115000"/>
                        </a:lnSpc>
                        <a:spcAft>
                          <a:spcPts val="1000"/>
                        </a:spcAft>
                        <a:buNone/>
                      </a:pPr>
                      <a:r>
                        <a:rPr lang="en-US" sz="1100" dirty="0">
                          <a:effectLst/>
                        </a:rPr>
                        <a:t>C → id</a:t>
                      </a:r>
                    </a:p>
                    <a:p>
                      <a:pPr marL="0" marR="0" algn="ctr">
                        <a:lnSpc>
                          <a:spcPct val="115000"/>
                        </a:lnSpc>
                        <a:spcAft>
                          <a:spcPts val="1000"/>
                        </a:spcAft>
                        <a:buNone/>
                      </a:pPr>
                      <a:r>
                        <a:rPr lang="en-US" sz="1100" dirty="0">
                          <a:effectLst/>
                          <a:latin typeface="Cambria" panose="02040503050406030204" pitchFamily="18" charset="0"/>
                          <a:ea typeface="MS Mincho" panose="02020609040205080304" pitchFamily="49" charset="-128"/>
                          <a:cs typeface="Times New Roman" panose="02020603050405020304" pitchFamily="18" charset="0"/>
                        </a:rPr>
                        <a:t>POP</a:t>
                      </a:r>
                    </a:p>
                  </a:txBody>
                  <a:tcPr marL="68580" marR="68580" marT="0" marB="0"/>
                </a:tc>
                <a:extLst>
                  <a:ext uri="{0D108BD9-81ED-4DB2-BD59-A6C34878D82A}">
                    <a16:rowId xmlns:a16="http://schemas.microsoft.com/office/drawing/2014/main" val="2267763395"/>
                  </a:ext>
                </a:extLst>
              </a:tr>
              <a:tr h="240979">
                <a:tc>
                  <a:txBody>
                    <a:bodyPr/>
                    <a:lstStyle/>
                    <a:p>
                      <a:pPr marL="0" marR="0" algn="ctr">
                        <a:lnSpc>
                          <a:spcPct val="115000"/>
                        </a:lnSpc>
                        <a:spcAft>
                          <a:spcPts val="1000"/>
                        </a:spcAft>
                        <a:buNone/>
                      </a:pPr>
                      <a:r>
                        <a:rPr lang="en-US" sz="1100" dirty="0">
                          <a:effectLst/>
                        </a:rPr>
                        <a:t>B' A' $</a:t>
                      </a:r>
                      <a:endParaRPr lang="en-US" sz="1100" dirty="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marL="0" marR="0" algn="ctr">
                        <a:lnSpc>
                          <a:spcPct val="115000"/>
                        </a:lnSpc>
                        <a:spcAft>
                          <a:spcPts val="1000"/>
                        </a:spcAft>
                        <a:buNone/>
                      </a:pPr>
                      <a:r>
                        <a:rPr lang="en-US" sz="1100" dirty="0">
                          <a:effectLst/>
                        </a:rPr>
                        <a:t>* id + id $</a:t>
                      </a:r>
                      <a:endParaRPr lang="en-US" sz="1100" dirty="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marL="0" marR="0" algn="ctr">
                        <a:lnSpc>
                          <a:spcPct val="115000"/>
                        </a:lnSpc>
                        <a:spcAft>
                          <a:spcPts val="1000"/>
                        </a:spcAft>
                        <a:buNone/>
                      </a:pPr>
                      <a:r>
                        <a:rPr lang="en-US" sz="1100">
                          <a:effectLst/>
                        </a:rPr>
                        <a:t>B' → * C B'</a:t>
                      </a:r>
                      <a:endParaRPr lang="en-US"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3029648073"/>
                  </a:ext>
                </a:extLst>
              </a:tr>
              <a:tr h="240979">
                <a:tc>
                  <a:txBody>
                    <a:bodyPr/>
                    <a:lstStyle/>
                    <a:p>
                      <a:pPr marL="0" marR="0" algn="ctr">
                        <a:lnSpc>
                          <a:spcPct val="115000"/>
                        </a:lnSpc>
                        <a:spcAft>
                          <a:spcPts val="1000"/>
                        </a:spcAft>
                        <a:buNone/>
                      </a:pPr>
                      <a:r>
                        <a:rPr lang="en-US" sz="1100" dirty="0">
                          <a:effectLst/>
                        </a:rPr>
                        <a:t>* C B' A' $</a:t>
                      </a:r>
                      <a:endParaRPr lang="en-US" sz="1100" dirty="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marL="0" marR="0" algn="ctr">
                        <a:lnSpc>
                          <a:spcPct val="115000"/>
                        </a:lnSpc>
                        <a:spcAft>
                          <a:spcPts val="1000"/>
                        </a:spcAft>
                        <a:buNone/>
                      </a:pPr>
                      <a:r>
                        <a:rPr lang="en-US" sz="1100">
                          <a:effectLst/>
                        </a:rPr>
                        <a:t>* id + id $</a:t>
                      </a:r>
                      <a:endParaRPr lang="en-US"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marL="0" marR="0" algn="ctr">
                        <a:lnSpc>
                          <a:spcPct val="115000"/>
                        </a:lnSpc>
                        <a:spcAft>
                          <a:spcPts val="1000"/>
                        </a:spcAft>
                        <a:buNone/>
                      </a:pPr>
                      <a:r>
                        <a:rPr lang="en-US" sz="1100" b="0" dirty="0">
                          <a:effectLst/>
                          <a:latin typeface="Cambria" panose="02040503050406030204" pitchFamily="18" charset="0"/>
                          <a:ea typeface="MS Mincho" panose="02020609040205080304" pitchFamily="49" charset="-128"/>
                          <a:cs typeface="Times New Roman" panose="02020603050405020304" pitchFamily="18" charset="0"/>
                        </a:rPr>
                        <a:t>POP</a:t>
                      </a:r>
                    </a:p>
                  </a:txBody>
                  <a:tcPr marL="68580" marR="68580" marT="0" marB="0"/>
                </a:tc>
                <a:extLst>
                  <a:ext uri="{0D108BD9-81ED-4DB2-BD59-A6C34878D82A}">
                    <a16:rowId xmlns:a16="http://schemas.microsoft.com/office/drawing/2014/main" val="3813984375"/>
                  </a:ext>
                </a:extLst>
              </a:tr>
              <a:tr h="588904">
                <a:tc>
                  <a:txBody>
                    <a:bodyPr/>
                    <a:lstStyle/>
                    <a:p>
                      <a:pPr marL="0" marR="0" algn="ctr">
                        <a:lnSpc>
                          <a:spcPct val="115000"/>
                        </a:lnSpc>
                        <a:spcAft>
                          <a:spcPts val="1000"/>
                        </a:spcAft>
                        <a:buNone/>
                      </a:pPr>
                      <a:r>
                        <a:rPr lang="en-US" sz="1100" dirty="0">
                          <a:effectLst/>
                        </a:rPr>
                        <a:t>C B' A’ $</a:t>
                      </a:r>
                    </a:p>
                    <a:p>
                      <a:pPr marL="0" marR="0" lvl="0" indent="0" algn="ctr" defTabSz="457200" rtl="0" eaLnBrk="1" fontAlgn="auto" latinLnBrk="0" hangingPunct="1">
                        <a:lnSpc>
                          <a:spcPct val="115000"/>
                        </a:lnSpc>
                        <a:spcBef>
                          <a:spcPts val="0"/>
                        </a:spcBef>
                        <a:spcAft>
                          <a:spcPts val="1000"/>
                        </a:spcAft>
                        <a:buClrTx/>
                        <a:buSzTx/>
                        <a:buFontTx/>
                        <a:buNone/>
                        <a:tabLst/>
                        <a:defRPr/>
                      </a:pPr>
                      <a:r>
                        <a:rPr lang="en-US" sz="1100" dirty="0">
                          <a:effectLst/>
                        </a:rPr>
                        <a:t>id B' A’ $</a:t>
                      </a:r>
                    </a:p>
                  </a:txBody>
                  <a:tcPr marL="68580" marR="68580" marT="0" marB="0"/>
                </a:tc>
                <a:tc>
                  <a:txBody>
                    <a:bodyPr/>
                    <a:lstStyle/>
                    <a:p>
                      <a:pPr marL="0" marR="0" algn="ctr">
                        <a:lnSpc>
                          <a:spcPct val="115000"/>
                        </a:lnSpc>
                        <a:spcAft>
                          <a:spcPts val="1000"/>
                        </a:spcAft>
                        <a:buNone/>
                      </a:pPr>
                      <a:r>
                        <a:rPr lang="en-US" sz="1100" dirty="0">
                          <a:effectLst/>
                        </a:rPr>
                        <a:t>id + id $</a:t>
                      </a:r>
                    </a:p>
                    <a:p>
                      <a:pPr marL="0" marR="0" lvl="0" indent="0" algn="ctr" defTabSz="457200" rtl="0" eaLnBrk="1" fontAlgn="auto" latinLnBrk="0" hangingPunct="1">
                        <a:lnSpc>
                          <a:spcPct val="115000"/>
                        </a:lnSpc>
                        <a:spcBef>
                          <a:spcPts val="0"/>
                        </a:spcBef>
                        <a:spcAft>
                          <a:spcPts val="1000"/>
                        </a:spcAft>
                        <a:buClrTx/>
                        <a:buSzTx/>
                        <a:buFontTx/>
                        <a:buNone/>
                        <a:tabLst/>
                        <a:defRPr/>
                      </a:pPr>
                      <a:r>
                        <a:rPr lang="en-US" sz="1100" dirty="0">
                          <a:effectLst/>
                        </a:rPr>
                        <a:t> id + id $</a:t>
                      </a:r>
                      <a:endParaRPr lang="en-US" sz="1100" dirty="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marL="0" marR="0" algn="ctr">
                        <a:lnSpc>
                          <a:spcPct val="115000"/>
                        </a:lnSpc>
                        <a:spcAft>
                          <a:spcPts val="1000"/>
                        </a:spcAft>
                        <a:buNone/>
                      </a:pPr>
                      <a:r>
                        <a:rPr lang="en-US" sz="1100" dirty="0">
                          <a:effectLst/>
                        </a:rPr>
                        <a:t>C → id</a:t>
                      </a:r>
                    </a:p>
                    <a:p>
                      <a:pPr marL="0" marR="0" lvl="0" indent="0" algn="ctr" defTabSz="457200" rtl="0" eaLnBrk="1" fontAlgn="auto" latinLnBrk="0" hangingPunct="1">
                        <a:lnSpc>
                          <a:spcPct val="115000"/>
                        </a:lnSpc>
                        <a:spcBef>
                          <a:spcPts val="0"/>
                        </a:spcBef>
                        <a:spcAft>
                          <a:spcPts val="1000"/>
                        </a:spcAft>
                        <a:buClrTx/>
                        <a:buSzTx/>
                        <a:buFontTx/>
                        <a:buNone/>
                        <a:tabLst/>
                        <a:defRPr/>
                      </a:pPr>
                      <a:r>
                        <a:rPr lang="en-US" sz="1100" dirty="0">
                          <a:effectLst/>
                          <a:latin typeface="Cambria" panose="02040503050406030204" pitchFamily="18" charset="0"/>
                          <a:ea typeface="MS Mincho" panose="02020609040205080304" pitchFamily="49" charset="-128"/>
                          <a:cs typeface="Times New Roman" panose="02020603050405020304" pitchFamily="18" charset="0"/>
                        </a:rPr>
                        <a:t>POP</a:t>
                      </a:r>
                    </a:p>
                  </a:txBody>
                  <a:tcPr marL="68580" marR="68580" marT="0" marB="0"/>
                </a:tc>
                <a:extLst>
                  <a:ext uri="{0D108BD9-81ED-4DB2-BD59-A6C34878D82A}">
                    <a16:rowId xmlns:a16="http://schemas.microsoft.com/office/drawing/2014/main" val="2854887854"/>
                  </a:ext>
                </a:extLst>
              </a:tr>
              <a:tr h="240979">
                <a:tc>
                  <a:txBody>
                    <a:bodyPr/>
                    <a:lstStyle/>
                    <a:p>
                      <a:pPr marL="0" marR="0" algn="ctr">
                        <a:lnSpc>
                          <a:spcPct val="115000"/>
                        </a:lnSpc>
                        <a:spcAft>
                          <a:spcPts val="1000"/>
                        </a:spcAft>
                        <a:buNone/>
                      </a:pPr>
                      <a:r>
                        <a:rPr lang="en-US" sz="1100">
                          <a:effectLst/>
                        </a:rPr>
                        <a:t>B' A' $</a:t>
                      </a:r>
                      <a:endParaRPr lang="en-US"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marL="0" marR="0" algn="ctr">
                        <a:lnSpc>
                          <a:spcPct val="115000"/>
                        </a:lnSpc>
                        <a:spcAft>
                          <a:spcPts val="1000"/>
                        </a:spcAft>
                        <a:buNone/>
                      </a:pPr>
                      <a:r>
                        <a:rPr lang="en-US" sz="1100">
                          <a:effectLst/>
                        </a:rPr>
                        <a:t>+ id $</a:t>
                      </a:r>
                      <a:endParaRPr lang="en-US"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marL="0" marR="0" algn="ctr">
                        <a:lnSpc>
                          <a:spcPct val="115000"/>
                        </a:lnSpc>
                        <a:spcAft>
                          <a:spcPts val="1000"/>
                        </a:spcAft>
                        <a:buNone/>
                      </a:pPr>
                      <a:r>
                        <a:rPr lang="en-US" sz="1100" dirty="0">
                          <a:effectLst/>
                        </a:rPr>
                        <a:t>B' → 𝜀</a:t>
                      </a:r>
                      <a:endParaRPr lang="en-US" sz="1100" dirty="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98111848"/>
                  </a:ext>
                </a:extLst>
              </a:tr>
              <a:tr h="240979">
                <a:tc>
                  <a:txBody>
                    <a:bodyPr/>
                    <a:lstStyle/>
                    <a:p>
                      <a:pPr marL="0" marR="0" algn="ctr">
                        <a:lnSpc>
                          <a:spcPct val="115000"/>
                        </a:lnSpc>
                        <a:spcAft>
                          <a:spcPts val="1000"/>
                        </a:spcAft>
                        <a:buNone/>
                      </a:pPr>
                      <a:r>
                        <a:rPr lang="en-US" sz="1100">
                          <a:effectLst/>
                        </a:rPr>
                        <a:t>A' $</a:t>
                      </a:r>
                      <a:endParaRPr lang="en-US"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marL="0" marR="0" algn="ctr">
                        <a:lnSpc>
                          <a:spcPct val="115000"/>
                        </a:lnSpc>
                        <a:spcAft>
                          <a:spcPts val="1000"/>
                        </a:spcAft>
                        <a:buNone/>
                      </a:pPr>
                      <a:r>
                        <a:rPr lang="en-US" sz="1100">
                          <a:effectLst/>
                        </a:rPr>
                        <a:t>+ id $</a:t>
                      </a:r>
                      <a:endParaRPr lang="en-US"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marL="0" marR="0" algn="ctr">
                        <a:lnSpc>
                          <a:spcPct val="115000"/>
                        </a:lnSpc>
                        <a:spcAft>
                          <a:spcPts val="1000"/>
                        </a:spcAft>
                        <a:buNone/>
                      </a:pPr>
                      <a:r>
                        <a:rPr lang="en-US" sz="1100" dirty="0">
                          <a:effectLst/>
                        </a:rPr>
                        <a:t>A' → + B A'</a:t>
                      </a:r>
                      <a:endParaRPr lang="en-US" sz="1100" dirty="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250196955"/>
                  </a:ext>
                </a:extLst>
              </a:tr>
              <a:tr h="240979">
                <a:tc>
                  <a:txBody>
                    <a:bodyPr/>
                    <a:lstStyle/>
                    <a:p>
                      <a:pPr marL="0" marR="0" algn="ctr">
                        <a:lnSpc>
                          <a:spcPct val="115000"/>
                        </a:lnSpc>
                        <a:spcAft>
                          <a:spcPts val="1000"/>
                        </a:spcAft>
                        <a:buNone/>
                      </a:pPr>
                      <a:r>
                        <a:rPr lang="en-US" sz="1100">
                          <a:effectLst/>
                        </a:rPr>
                        <a:t>+ B A' $</a:t>
                      </a:r>
                      <a:endParaRPr lang="en-US"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marL="0" marR="0" algn="ctr">
                        <a:lnSpc>
                          <a:spcPct val="115000"/>
                        </a:lnSpc>
                        <a:spcAft>
                          <a:spcPts val="1000"/>
                        </a:spcAft>
                        <a:buNone/>
                      </a:pPr>
                      <a:r>
                        <a:rPr lang="en-US" sz="1100">
                          <a:effectLst/>
                        </a:rPr>
                        <a:t>+ id $</a:t>
                      </a:r>
                      <a:endParaRPr lang="en-US"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marL="0" marR="0" algn="ctr">
                        <a:lnSpc>
                          <a:spcPct val="115000"/>
                        </a:lnSpc>
                        <a:spcAft>
                          <a:spcPts val="1000"/>
                        </a:spcAft>
                        <a:buNone/>
                      </a:pPr>
                      <a:r>
                        <a:rPr lang="en-US" sz="1100" dirty="0">
                          <a:effectLst/>
                          <a:latin typeface="Cambria" panose="02040503050406030204" pitchFamily="18" charset="0"/>
                          <a:ea typeface="MS Mincho" panose="02020609040205080304" pitchFamily="49" charset="-128"/>
                          <a:cs typeface="Times New Roman" panose="02020603050405020304" pitchFamily="18" charset="0"/>
                        </a:rPr>
                        <a:t>POP</a:t>
                      </a:r>
                    </a:p>
                  </a:txBody>
                  <a:tcPr marL="68580" marR="68580" marT="0" marB="0"/>
                </a:tc>
                <a:extLst>
                  <a:ext uri="{0D108BD9-81ED-4DB2-BD59-A6C34878D82A}">
                    <a16:rowId xmlns:a16="http://schemas.microsoft.com/office/drawing/2014/main" val="3139714761"/>
                  </a:ext>
                </a:extLst>
              </a:tr>
              <a:tr h="240979">
                <a:tc>
                  <a:txBody>
                    <a:bodyPr/>
                    <a:lstStyle/>
                    <a:p>
                      <a:pPr marL="0" marR="0" algn="ctr">
                        <a:lnSpc>
                          <a:spcPct val="115000"/>
                        </a:lnSpc>
                        <a:spcAft>
                          <a:spcPts val="1000"/>
                        </a:spcAft>
                        <a:buNone/>
                      </a:pPr>
                      <a:r>
                        <a:rPr lang="en-US" sz="1100">
                          <a:effectLst/>
                        </a:rPr>
                        <a:t>B A' $</a:t>
                      </a:r>
                      <a:endParaRPr lang="en-US"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marL="0" marR="0" algn="ctr">
                        <a:lnSpc>
                          <a:spcPct val="115000"/>
                        </a:lnSpc>
                        <a:spcAft>
                          <a:spcPts val="1000"/>
                        </a:spcAft>
                        <a:buNone/>
                      </a:pPr>
                      <a:r>
                        <a:rPr lang="en-US" sz="1100">
                          <a:effectLst/>
                        </a:rPr>
                        <a:t>id $</a:t>
                      </a:r>
                      <a:endParaRPr lang="en-US"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marL="0" marR="0" algn="ctr">
                        <a:lnSpc>
                          <a:spcPct val="115000"/>
                        </a:lnSpc>
                        <a:spcAft>
                          <a:spcPts val="1000"/>
                        </a:spcAft>
                        <a:buNone/>
                      </a:pPr>
                      <a:r>
                        <a:rPr lang="en-US" sz="1100">
                          <a:effectLst/>
                        </a:rPr>
                        <a:t>B → C B'</a:t>
                      </a:r>
                      <a:endParaRPr lang="en-US"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144476560"/>
                  </a:ext>
                </a:extLst>
              </a:tr>
              <a:tr h="588904">
                <a:tc>
                  <a:txBody>
                    <a:bodyPr/>
                    <a:lstStyle/>
                    <a:p>
                      <a:pPr marL="0" marR="0" algn="ctr">
                        <a:lnSpc>
                          <a:spcPct val="115000"/>
                        </a:lnSpc>
                        <a:spcAft>
                          <a:spcPts val="1000"/>
                        </a:spcAft>
                        <a:buNone/>
                      </a:pPr>
                      <a:r>
                        <a:rPr lang="en-US" sz="1100" dirty="0">
                          <a:effectLst/>
                        </a:rPr>
                        <a:t>C B' A’ $</a:t>
                      </a:r>
                    </a:p>
                    <a:p>
                      <a:pPr marL="0" marR="0" lvl="0" indent="0" algn="ctr" defTabSz="457200" rtl="0" eaLnBrk="1" fontAlgn="auto" latinLnBrk="0" hangingPunct="1">
                        <a:lnSpc>
                          <a:spcPct val="115000"/>
                        </a:lnSpc>
                        <a:spcBef>
                          <a:spcPts val="0"/>
                        </a:spcBef>
                        <a:spcAft>
                          <a:spcPts val="1000"/>
                        </a:spcAft>
                        <a:buClrTx/>
                        <a:buSzTx/>
                        <a:buFontTx/>
                        <a:buNone/>
                        <a:tabLst/>
                        <a:defRPr/>
                      </a:pPr>
                      <a:r>
                        <a:rPr lang="en-US" sz="1100" dirty="0">
                          <a:effectLst/>
                        </a:rPr>
                        <a:t>id B' A’ $</a:t>
                      </a:r>
                    </a:p>
                  </a:txBody>
                  <a:tcPr marL="68580" marR="68580" marT="0" marB="0"/>
                </a:tc>
                <a:tc>
                  <a:txBody>
                    <a:bodyPr/>
                    <a:lstStyle/>
                    <a:p>
                      <a:pPr marL="0" marR="0" algn="ctr">
                        <a:lnSpc>
                          <a:spcPct val="115000"/>
                        </a:lnSpc>
                        <a:spcAft>
                          <a:spcPts val="1000"/>
                        </a:spcAft>
                        <a:buNone/>
                      </a:pPr>
                      <a:r>
                        <a:rPr lang="en-US" sz="1100" dirty="0">
                          <a:effectLst/>
                        </a:rPr>
                        <a:t>id $</a:t>
                      </a:r>
                    </a:p>
                    <a:p>
                      <a:pPr marL="0" marR="0" lvl="0" indent="0" algn="ctr" defTabSz="457200" rtl="0" eaLnBrk="1" fontAlgn="auto" latinLnBrk="0" hangingPunct="1">
                        <a:lnSpc>
                          <a:spcPct val="115000"/>
                        </a:lnSpc>
                        <a:spcBef>
                          <a:spcPts val="0"/>
                        </a:spcBef>
                        <a:spcAft>
                          <a:spcPts val="1000"/>
                        </a:spcAft>
                        <a:buClrTx/>
                        <a:buSzTx/>
                        <a:buFontTx/>
                        <a:buNone/>
                        <a:tabLst/>
                        <a:defRPr/>
                      </a:pPr>
                      <a:r>
                        <a:rPr lang="en-US" sz="1100" dirty="0">
                          <a:effectLst/>
                        </a:rPr>
                        <a:t>id $</a:t>
                      </a:r>
                      <a:endParaRPr lang="en-US" sz="1100" dirty="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marL="0" marR="0" algn="ctr">
                        <a:lnSpc>
                          <a:spcPct val="115000"/>
                        </a:lnSpc>
                        <a:spcAft>
                          <a:spcPts val="1000"/>
                        </a:spcAft>
                        <a:buNone/>
                      </a:pPr>
                      <a:r>
                        <a:rPr lang="en-US" sz="1100" dirty="0">
                          <a:effectLst/>
                        </a:rPr>
                        <a:t>C → id</a:t>
                      </a:r>
                    </a:p>
                    <a:p>
                      <a:pPr marL="0" marR="0" algn="ctr">
                        <a:lnSpc>
                          <a:spcPct val="115000"/>
                        </a:lnSpc>
                        <a:spcAft>
                          <a:spcPts val="1000"/>
                        </a:spcAft>
                        <a:buNone/>
                      </a:pPr>
                      <a:r>
                        <a:rPr lang="en-US" sz="1100" dirty="0">
                          <a:effectLst/>
                          <a:latin typeface="Cambria" panose="02040503050406030204" pitchFamily="18" charset="0"/>
                          <a:ea typeface="MS Mincho" panose="02020609040205080304" pitchFamily="49" charset="-128"/>
                          <a:cs typeface="Times New Roman" panose="02020603050405020304" pitchFamily="18" charset="0"/>
                        </a:rPr>
                        <a:t>POP</a:t>
                      </a:r>
                    </a:p>
                  </a:txBody>
                  <a:tcPr marL="68580" marR="68580" marT="0" marB="0"/>
                </a:tc>
                <a:extLst>
                  <a:ext uri="{0D108BD9-81ED-4DB2-BD59-A6C34878D82A}">
                    <a16:rowId xmlns:a16="http://schemas.microsoft.com/office/drawing/2014/main" val="2121567633"/>
                  </a:ext>
                </a:extLst>
              </a:tr>
              <a:tr h="240979">
                <a:tc>
                  <a:txBody>
                    <a:bodyPr/>
                    <a:lstStyle/>
                    <a:p>
                      <a:pPr marL="0" marR="0" algn="ctr">
                        <a:lnSpc>
                          <a:spcPct val="115000"/>
                        </a:lnSpc>
                        <a:spcAft>
                          <a:spcPts val="1000"/>
                        </a:spcAft>
                        <a:buNone/>
                      </a:pPr>
                      <a:r>
                        <a:rPr lang="en-US" sz="1100">
                          <a:effectLst/>
                        </a:rPr>
                        <a:t>B' A' $</a:t>
                      </a:r>
                      <a:endParaRPr lang="en-US"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marL="0" marR="0" algn="ctr">
                        <a:lnSpc>
                          <a:spcPct val="115000"/>
                        </a:lnSpc>
                        <a:spcAft>
                          <a:spcPts val="1000"/>
                        </a:spcAft>
                        <a:buNone/>
                      </a:pPr>
                      <a:r>
                        <a:rPr lang="en-US" sz="1100" dirty="0">
                          <a:effectLst/>
                        </a:rPr>
                        <a:t>$</a:t>
                      </a:r>
                      <a:endParaRPr lang="en-US" sz="1100" dirty="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marL="0" marR="0" algn="ctr">
                        <a:lnSpc>
                          <a:spcPct val="115000"/>
                        </a:lnSpc>
                        <a:spcAft>
                          <a:spcPts val="1000"/>
                        </a:spcAft>
                        <a:buNone/>
                      </a:pPr>
                      <a:r>
                        <a:rPr lang="en-US" sz="1100">
                          <a:effectLst/>
                        </a:rPr>
                        <a:t>B' → 𝜀</a:t>
                      </a:r>
                      <a:endParaRPr lang="en-US"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1396549981"/>
                  </a:ext>
                </a:extLst>
              </a:tr>
              <a:tr h="240979">
                <a:tc>
                  <a:txBody>
                    <a:bodyPr/>
                    <a:lstStyle/>
                    <a:p>
                      <a:pPr marL="0" marR="0" algn="ctr">
                        <a:lnSpc>
                          <a:spcPct val="115000"/>
                        </a:lnSpc>
                        <a:spcAft>
                          <a:spcPts val="1000"/>
                        </a:spcAft>
                        <a:buNone/>
                      </a:pPr>
                      <a:r>
                        <a:rPr lang="en-US" sz="1100">
                          <a:effectLst/>
                        </a:rPr>
                        <a:t>A' $</a:t>
                      </a:r>
                      <a:endParaRPr lang="en-US"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marL="0" marR="0" algn="ctr">
                        <a:lnSpc>
                          <a:spcPct val="115000"/>
                        </a:lnSpc>
                        <a:spcAft>
                          <a:spcPts val="1000"/>
                        </a:spcAft>
                        <a:buNone/>
                      </a:pPr>
                      <a:r>
                        <a:rPr lang="en-US" sz="1100">
                          <a:effectLst/>
                        </a:rPr>
                        <a:t>$</a:t>
                      </a:r>
                      <a:endParaRPr lang="en-US"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marL="0" marR="0" algn="ctr">
                        <a:lnSpc>
                          <a:spcPct val="115000"/>
                        </a:lnSpc>
                        <a:spcAft>
                          <a:spcPts val="1000"/>
                        </a:spcAft>
                        <a:buNone/>
                      </a:pPr>
                      <a:r>
                        <a:rPr lang="en-US" sz="1100">
                          <a:effectLst/>
                        </a:rPr>
                        <a:t>A' → 𝜀</a:t>
                      </a:r>
                      <a:endParaRPr lang="en-US"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501138845"/>
                  </a:ext>
                </a:extLst>
              </a:tr>
              <a:tr h="240979">
                <a:tc>
                  <a:txBody>
                    <a:bodyPr/>
                    <a:lstStyle/>
                    <a:p>
                      <a:pPr marL="0" marR="0" algn="ctr">
                        <a:lnSpc>
                          <a:spcPct val="115000"/>
                        </a:lnSpc>
                        <a:spcAft>
                          <a:spcPts val="1000"/>
                        </a:spcAft>
                        <a:buNone/>
                      </a:pPr>
                      <a:r>
                        <a:rPr lang="en-US" sz="1100">
                          <a:effectLst/>
                        </a:rPr>
                        <a:t>$</a:t>
                      </a:r>
                      <a:endParaRPr lang="en-US"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marL="0" marR="0" algn="ctr">
                        <a:lnSpc>
                          <a:spcPct val="115000"/>
                        </a:lnSpc>
                        <a:spcAft>
                          <a:spcPts val="1000"/>
                        </a:spcAft>
                        <a:buNone/>
                      </a:pPr>
                      <a:r>
                        <a:rPr lang="en-US" sz="1100" dirty="0">
                          <a:effectLst/>
                        </a:rPr>
                        <a:t>$</a:t>
                      </a:r>
                      <a:endParaRPr lang="en-US" sz="1100" dirty="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marL="0" marR="0" algn="ctr">
                        <a:lnSpc>
                          <a:spcPct val="115000"/>
                        </a:lnSpc>
                        <a:spcAft>
                          <a:spcPts val="1000"/>
                        </a:spcAft>
                        <a:buNone/>
                      </a:pPr>
                      <a:r>
                        <a:rPr lang="en-US" sz="1100" dirty="0">
                          <a:effectLst/>
                        </a:rPr>
                        <a:t>Accept</a:t>
                      </a:r>
                      <a:endParaRPr lang="en-US" sz="1100" dirty="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114087847"/>
                  </a:ext>
                </a:extLst>
              </a:tr>
            </a:tbl>
          </a:graphicData>
        </a:graphic>
      </p:graphicFrame>
      <p:sp>
        <p:nvSpPr>
          <p:cNvPr id="7" name="Rectangle 6">
            <a:extLst>
              <a:ext uri="{FF2B5EF4-FFF2-40B4-BE49-F238E27FC236}">
                <a16:creationId xmlns:a16="http://schemas.microsoft.com/office/drawing/2014/main" id="{851DC64B-69AE-C296-3C94-860E20D333FF}"/>
              </a:ext>
            </a:extLst>
          </p:cNvPr>
          <p:cNvSpPr/>
          <p:nvPr/>
        </p:nvSpPr>
        <p:spPr>
          <a:xfrm>
            <a:off x="490978" y="359727"/>
            <a:ext cx="8153399" cy="57503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defTabSz="914400" eaLnBrk="0" fontAlgn="base" hangingPunct="0">
              <a:spcBef>
                <a:spcPct val="0"/>
              </a:spcBef>
              <a:spcAft>
                <a:spcPct val="0"/>
              </a:spcAft>
            </a:pPr>
            <a:r>
              <a:rPr lang="en-US" altLang="en-US" sz="2400" b="1" dirty="0">
                <a:solidFill>
                  <a:schemeClr val="tx1"/>
                </a:solidFill>
                <a:latin typeface="Calibri" panose="020F0502020204030204" pitchFamily="34" charset="0"/>
                <a:ea typeface="Times New Roman" panose="02020603050405020304" pitchFamily="18" charset="0"/>
                <a:cs typeface="Times New Roman" panose="02020603050405020304" pitchFamily="18" charset="0"/>
              </a:rPr>
              <a:t>LL(1) Stack Implementation:</a:t>
            </a:r>
            <a:endParaRPr lang="en-US" altLang="en-US" sz="2400" dirty="0">
              <a:solidFill>
                <a:schemeClr val="tx1"/>
              </a:solidFill>
            </a:endParaRPr>
          </a:p>
        </p:txBody>
      </p:sp>
      <p:pic>
        <p:nvPicPr>
          <p:cNvPr id="15" name="Picture 14">
            <a:extLst>
              <a:ext uri="{FF2B5EF4-FFF2-40B4-BE49-F238E27FC236}">
                <a16:creationId xmlns:a16="http://schemas.microsoft.com/office/drawing/2014/main" id="{20267D51-EF80-5A62-F4C4-023F62DB377E}"/>
              </a:ext>
            </a:extLst>
          </p:cNvPr>
          <p:cNvPicPr>
            <a:picLocks noChangeAspect="1"/>
          </p:cNvPicPr>
          <p:nvPr/>
        </p:nvPicPr>
        <p:blipFill>
          <a:blip r:embed="rId2"/>
          <a:stretch>
            <a:fillRect/>
          </a:stretch>
        </p:blipFill>
        <p:spPr>
          <a:xfrm>
            <a:off x="5485407" y="2466435"/>
            <a:ext cx="3507184" cy="3300521"/>
          </a:xfrm>
          <a:prstGeom prst="rect">
            <a:avLst/>
          </a:prstGeom>
        </p:spPr>
      </p:pic>
      <p:pic>
        <p:nvPicPr>
          <p:cNvPr id="18" name="Picture 17">
            <a:extLst>
              <a:ext uri="{FF2B5EF4-FFF2-40B4-BE49-F238E27FC236}">
                <a16:creationId xmlns:a16="http://schemas.microsoft.com/office/drawing/2014/main" id="{CF6F296E-51CF-F5AC-34CD-D90A97E3C7A8}"/>
              </a:ext>
            </a:extLst>
          </p:cNvPr>
          <p:cNvPicPr>
            <a:picLocks noChangeAspect="1"/>
          </p:cNvPicPr>
          <p:nvPr/>
        </p:nvPicPr>
        <p:blipFill>
          <a:blip r:embed="rId3"/>
          <a:stretch>
            <a:fillRect/>
          </a:stretch>
        </p:blipFill>
        <p:spPr>
          <a:xfrm>
            <a:off x="5707156" y="1569103"/>
            <a:ext cx="2857500" cy="60007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4E6BBB8-A399-CEB7-19D2-05BE02B2D651}"/>
              </a:ext>
            </a:extLst>
          </p:cNvPr>
          <p:cNvSpPr/>
          <p:nvPr/>
        </p:nvSpPr>
        <p:spPr>
          <a:xfrm>
            <a:off x="7189694" y="1640541"/>
            <a:ext cx="1631577" cy="451821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3" name="Picture 22">
            <a:extLst>
              <a:ext uri="{FF2B5EF4-FFF2-40B4-BE49-F238E27FC236}">
                <a16:creationId xmlns:a16="http://schemas.microsoft.com/office/drawing/2014/main" id="{49C67989-D579-B4C1-C07E-73D7E1762678}"/>
              </a:ext>
            </a:extLst>
          </p:cNvPr>
          <p:cNvPicPr>
            <a:picLocks noChangeAspect="1"/>
          </p:cNvPicPr>
          <p:nvPr/>
        </p:nvPicPr>
        <p:blipFill>
          <a:blip r:embed="rId2"/>
          <a:stretch>
            <a:fillRect/>
          </a:stretch>
        </p:blipFill>
        <p:spPr>
          <a:xfrm>
            <a:off x="1" y="1093693"/>
            <a:ext cx="5683623" cy="5764307"/>
          </a:xfrm>
          <a:prstGeom prst="rect">
            <a:avLst/>
          </a:prstGeom>
        </p:spPr>
      </p:pic>
      <p:pic>
        <p:nvPicPr>
          <p:cNvPr id="26" name="Picture 25">
            <a:extLst>
              <a:ext uri="{FF2B5EF4-FFF2-40B4-BE49-F238E27FC236}">
                <a16:creationId xmlns:a16="http://schemas.microsoft.com/office/drawing/2014/main" id="{2BF7540C-511C-6282-130A-4B2495C1798B}"/>
              </a:ext>
            </a:extLst>
          </p:cNvPr>
          <p:cNvPicPr>
            <a:picLocks noChangeAspect="1"/>
          </p:cNvPicPr>
          <p:nvPr/>
        </p:nvPicPr>
        <p:blipFill>
          <a:blip r:embed="rId3"/>
          <a:stretch>
            <a:fillRect/>
          </a:stretch>
        </p:blipFill>
        <p:spPr>
          <a:xfrm>
            <a:off x="6042212" y="1093694"/>
            <a:ext cx="2967317" cy="5764306"/>
          </a:xfrm>
          <a:prstGeom prst="rect">
            <a:avLst/>
          </a:prstGeom>
        </p:spPr>
      </p:pic>
      <p:sp>
        <p:nvSpPr>
          <p:cNvPr id="27" name="Rectangle 26">
            <a:extLst>
              <a:ext uri="{FF2B5EF4-FFF2-40B4-BE49-F238E27FC236}">
                <a16:creationId xmlns:a16="http://schemas.microsoft.com/office/drawing/2014/main" id="{451867D8-0A31-5F9A-A1CB-A7500D524F75}"/>
              </a:ext>
            </a:extLst>
          </p:cNvPr>
          <p:cNvSpPr/>
          <p:nvPr/>
        </p:nvSpPr>
        <p:spPr>
          <a:xfrm>
            <a:off x="2106706" y="295835"/>
            <a:ext cx="2985247" cy="44823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t>Parse Tree:</a:t>
            </a:r>
          </a:p>
        </p:txBody>
      </p:sp>
    </p:spTree>
    <p:extLst>
      <p:ext uri="{BB962C8B-B14F-4D97-AF65-F5344CB8AC3E}">
        <p14:creationId xmlns:p14="http://schemas.microsoft.com/office/powerpoint/2010/main" val="14292870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810706"/>
            <a:ext cx="6554867" cy="678730"/>
          </a:xfrm>
        </p:spPr>
        <p:txBody>
          <a:bodyPr>
            <a:normAutofit/>
          </a:bodyPr>
          <a:lstStyle/>
          <a:p>
            <a:r>
              <a:rPr dirty="0"/>
              <a:t>Conclu</a:t>
            </a:r>
            <a:r>
              <a:rPr lang="en-US" dirty="0"/>
              <a:t>s</a:t>
            </a:r>
            <a:r>
              <a:rPr dirty="0"/>
              <a:t>ion</a:t>
            </a:r>
            <a:r>
              <a:rPr lang="en-US" dirty="0"/>
              <a:t> </a:t>
            </a:r>
            <a:endParaRPr dirty="0"/>
          </a:p>
        </p:txBody>
      </p:sp>
      <p:sp>
        <p:nvSpPr>
          <p:cNvPr id="8" name="Rectangle 2">
            <a:extLst>
              <a:ext uri="{FF2B5EF4-FFF2-40B4-BE49-F238E27FC236}">
                <a16:creationId xmlns:a16="http://schemas.microsoft.com/office/drawing/2014/main" id="{E2930EB0-D5D6-A292-31B8-87944E01B861}"/>
              </a:ext>
            </a:extLst>
          </p:cNvPr>
          <p:cNvSpPr>
            <a:spLocks noChangeArrowheads="1"/>
          </p:cNvSpPr>
          <p:nvPr/>
        </p:nvSpPr>
        <p:spPr bwMode="auto">
          <a:xfrm>
            <a:off x="557213" y="1964188"/>
            <a:ext cx="7908058"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Arial" panose="020B0604020202020204" pitchFamily="34" charset="0"/>
              </a:rPr>
              <a:t>The input string </a:t>
            </a:r>
            <a:r>
              <a:rPr kumimoji="0" lang="en-US" altLang="en-US" sz="2000" b="1" i="0" u="none" strike="noStrike" cap="none" normalizeH="0" baseline="0" dirty="0">
                <a:ln>
                  <a:noFill/>
                </a:ln>
                <a:solidFill>
                  <a:schemeClr val="tx1"/>
                </a:solidFill>
                <a:effectLst/>
                <a:latin typeface="Arial Unicode MS"/>
              </a:rPr>
              <a:t>id * id + id $</a:t>
            </a:r>
            <a:r>
              <a:rPr kumimoji="0" lang="en-US" altLang="en-US" sz="2000" b="0" i="0" u="none" strike="noStrike" cap="none" normalizeH="0" baseline="0" dirty="0">
                <a:ln>
                  <a:noFill/>
                </a:ln>
                <a:solidFill>
                  <a:schemeClr val="tx1"/>
                </a:solidFill>
                <a:effectLst/>
              </a:rPr>
              <a:t> is successfully parsed using the given LL(1) grammar. The grammar is confirmed to be </a:t>
            </a:r>
            <a:r>
              <a:rPr kumimoji="0" lang="en-US" altLang="en-US" sz="2000" b="1" i="0" u="none" strike="noStrike" cap="none" normalizeH="0" baseline="0" dirty="0">
                <a:ln>
                  <a:noFill/>
                </a:ln>
                <a:solidFill>
                  <a:schemeClr val="tx1"/>
                </a:solidFill>
                <a:effectLst/>
                <a:latin typeface="Arial" panose="020B0604020202020204" pitchFamily="34" charset="0"/>
              </a:rPr>
              <a:t>LL(1) compliant</a:t>
            </a:r>
            <a:r>
              <a:rPr kumimoji="0" lang="en-US" altLang="en-US" sz="2000" b="0" i="0" u="none" strike="noStrike" cap="none" normalizeH="0" baseline="0" dirty="0">
                <a:ln>
                  <a:noFill/>
                </a:ln>
                <a:solidFill>
                  <a:schemeClr val="tx1"/>
                </a:solidFill>
                <a:effectLst/>
                <a:latin typeface="Arial" panose="020B0604020202020204" pitchFamily="34" charset="0"/>
              </a:rPr>
              <a:t>, as demonstrated by the construction of accurate </a:t>
            </a:r>
            <a:r>
              <a:rPr kumimoji="0" lang="en-US" altLang="en-US" sz="2000" b="1" i="0" u="none" strike="noStrike" cap="none" normalizeH="0" baseline="0" dirty="0">
                <a:ln>
                  <a:noFill/>
                </a:ln>
                <a:solidFill>
                  <a:schemeClr val="tx1"/>
                </a:solidFill>
                <a:effectLst/>
                <a:latin typeface="Arial" panose="020B0604020202020204" pitchFamily="34" charset="0"/>
              </a:rPr>
              <a:t>FIRST</a:t>
            </a:r>
            <a:r>
              <a:rPr kumimoji="0" lang="en-US" altLang="en-US" sz="2000" b="0" i="0" u="none" strike="noStrike" cap="none" normalizeH="0" baseline="0" dirty="0">
                <a:ln>
                  <a:noFill/>
                </a:ln>
                <a:solidFill>
                  <a:schemeClr val="tx1"/>
                </a:solidFill>
                <a:effectLst/>
                <a:latin typeface="Arial" panose="020B0604020202020204" pitchFamily="34" charset="0"/>
              </a:rPr>
              <a:t> and </a:t>
            </a:r>
            <a:r>
              <a:rPr kumimoji="0" lang="en-US" altLang="en-US" sz="2000" b="1" i="0" u="none" strike="noStrike" cap="none" normalizeH="0" baseline="0" dirty="0">
                <a:ln>
                  <a:noFill/>
                </a:ln>
                <a:solidFill>
                  <a:schemeClr val="tx1"/>
                </a:solidFill>
                <a:effectLst/>
                <a:latin typeface="Arial" panose="020B0604020202020204" pitchFamily="34" charset="0"/>
              </a:rPr>
              <a:t>FOLLOW</a:t>
            </a:r>
            <a:r>
              <a:rPr kumimoji="0" lang="en-US" altLang="en-US" sz="2000" b="0" i="0" u="none" strike="noStrike" cap="none" normalizeH="0" baseline="0" dirty="0">
                <a:ln>
                  <a:noFill/>
                </a:ln>
                <a:solidFill>
                  <a:schemeClr val="tx1"/>
                </a:solidFill>
                <a:effectLst/>
                <a:latin typeface="Arial" panose="020B0604020202020204" pitchFamily="34" charset="0"/>
              </a:rPr>
              <a:t> sets and a conflict-free </a:t>
            </a:r>
            <a:r>
              <a:rPr kumimoji="0" lang="en-US" altLang="en-US" sz="2000" b="1" i="0" u="none" strike="noStrike" cap="none" normalizeH="0" baseline="0" dirty="0">
                <a:ln>
                  <a:noFill/>
                </a:ln>
                <a:solidFill>
                  <a:schemeClr val="tx1"/>
                </a:solidFill>
                <a:effectLst/>
                <a:latin typeface="Arial" panose="020B0604020202020204" pitchFamily="34" charset="0"/>
              </a:rPr>
              <a:t>parse table</a:t>
            </a:r>
            <a:r>
              <a:rPr kumimoji="0" lang="en-US" altLang="en-US" sz="2000" b="0" i="0" u="none" strike="noStrike" cap="none" normalizeH="0" baseline="0" dirty="0">
                <a:ln>
                  <a:noFill/>
                </a:ln>
                <a:solidFill>
                  <a:schemeClr val="tx1"/>
                </a:solidFill>
                <a:effectLst/>
                <a:latin typeface="Arial" panose="020B0604020202020204" pitchFamily="34" charset="0"/>
              </a:rPr>
              <a:t>. The detailed </a:t>
            </a:r>
            <a:r>
              <a:rPr kumimoji="0" lang="en-US" altLang="en-US" sz="2000" b="1" i="0" u="none" strike="noStrike" cap="none" normalizeH="0" baseline="0" dirty="0">
                <a:ln>
                  <a:noFill/>
                </a:ln>
                <a:solidFill>
                  <a:schemeClr val="tx1"/>
                </a:solidFill>
                <a:effectLst/>
                <a:latin typeface="Arial" panose="020B0604020202020204" pitchFamily="34" charset="0"/>
              </a:rPr>
              <a:t>parsing steps</a:t>
            </a:r>
            <a:r>
              <a:rPr kumimoji="0" lang="en-US" altLang="en-US" sz="2000" b="0" i="0" u="none" strike="noStrike" cap="none" normalizeH="0" baseline="0" dirty="0">
                <a:ln>
                  <a:noFill/>
                </a:ln>
                <a:solidFill>
                  <a:schemeClr val="tx1"/>
                </a:solidFill>
                <a:effectLst/>
                <a:latin typeface="Arial" panose="020B0604020202020204" pitchFamily="34" charset="0"/>
              </a:rPr>
              <a:t> illustrate the derivation path clearly, showing how each production rule is applied and how the stack evolves during the process. This kind of analysis is particularly useful in the context of </a:t>
            </a:r>
            <a:r>
              <a:rPr kumimoji="0" lang="en-US" altLang="en-US" sz="2000" b="1" i="0" u="none" strike="noStrike" cap="none" normalizeH="0" baseline="0" dirty="0">
                <a:ln>
                  <a:noFill/>
                </a:ln>
                <a:solidFill>
                  <a:schemeClr val="tx1"/>
                </a:solidFill>
                <a:effectLst/>
                <a:latin typeface="Arial" panose="020B0604020202020204" pitchFamily="34" charset="0"/>
              </a:rPr>
              <a:t>syntax analysis</a:t>
            </a:r>
            <a:r>
              <a:rPr kumimoji="0" lang="en-US" altLang="en-US" sz="2000" b="0" i="0" u="none" strike="noStrike" cap="none" normalizeH="0" baseline="0" dirty="0">
                <a:ln>
                  <a:noFill/>
                </a:ln>
                <a:solidFill>
                  <a:schemeClr val="tx1"/>
                </a:solidFill>
                <a:effectLst/>
                <a:latin typeface="Arial" panose="020B0604020202020204" pitchFamily="34" charset="0"/>
              </a:rPr>
              <a:t> in </a:t>
            </a:r>
            <a:r>
              <a:rPr kumimoji="0" lang="en-US" altLang="en-US" sz="2000" b="1" i="0" u="none" strike="noStrike" cap="none" normalizeH="0" baseline="0" dirty="0">
                <a:ln>
                  <a:noFill/>
                </a:ln>
                <a:solidFill>
                  <a:schemeClr val="tx1"/>
                </a:solidFill>
                <a:effectLst/>
                <a:latin typeface="Arial" panose="020B0604020202020204" pitchFamily="34" charset="0"/>
              </a:rPr>
              <a:t>compiler design</a:t>
            </a:r>
            <a:r>
              <a:rPr kumimoji="0" lang="en-US" altLang="en-US" sz="2000" b="0" i="0" u="none" strike="noStrike" cap="none" normalizeH="0" baseline="0" dirty="0">
                <a:ln>
                  <a:noFill/>
                </a:ln>
                <a:solidFill>
                  <a:schemeClr val="tx1"/>
                </a:solidFill>
                <a:effectLst/>
                <a:latin typeface="Arial" panose="020B0604020202020204" pitchFamily="34" charset="0"/>
              </a:rPr>
              <a:t>, where LL(1) parsers are favored for their simplicity, efficiency, and deterministic behavior.</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BD0B50-4474-5F0B-ABC2-36D90D1E89DA}"/>
              </a:ext>
            </a:extLst>
          </p:cNvPr>
          <p:cNvSpPr>
            <a:spLocks noGrp="1"/>
          </p:cNvSpPr>
          <p:nvPr>
            <p:ph type="title"/>
          </p:nvPr>
        </p:nvSpPr>
        <p:spPr>
          <a:xfrm>
            <a:off x="1291472" y="3751868"/>
            <a:ext cx="7626285" cy="2267932"/>
          </a:xfrm>
        </p:spPr>
        <p:txBody>
          <a:bodyPr/>
          <a:lstStyle/>
          <a:p>
            <a:r>
              <a:rPr lang="en-US" dirty="0"/>
              <a:t>Fell free to ask any question</a:t>
            </a:r>
          </a:p>
        </p:txBody>
      </p:sp>
      <p:sp>
        <p:nvSpPr>
          <p:cNvPr id="3" name="Content Placeholder 2">
            <a:extLst>
              <a:ext uri="{FF2B5EF4-FFF2-40B4-BE49-F238E27FC236}">
                <a16:creationId xmlns:a16="http://schemas.microsoft.com/office/drawing/2014/main" id="{40FE21AF-F0BD-4E6E-CF87-87FC090D66AB}"/>
              </a:ext>
            </a:extLst>
          </p:cNvPr>
          <p:cNvSpPr>
            <a:spLocks noGrp="1"/>
          </p:cNvSpPr>
          <p:nvPr>
            <p:ph idx="1"/>
          </p:nvPr>
        </p:nvSpPr>
        <p:spPr>
          <a:xfrm>
            <a:off x="1781666" y="533400"/>
            <a:ext cx="5306601" cy="3767670"/>
          </a:xfrm>
        </p:spPr>
        <p:txBody>
          <a:bodyPr>
            <a:normAutofit/>
          </a:bodyPr>
          <a:lstStyle/>
          <a:p>
            <a:pPr algn="ctr"/>
            <a:r>
              <a:rPr lang="en-US" sz="5400" dirty="0"/>
              <a:t>Thanks Everyone!</a:t>
            </a:r>
          </a:p>
        </p:txBody>
      </p:sp>
    </p:spTree>
    <p:extLst>
      <p:ext uri="{BB962C8B-B14F-4D97-AF65-F5344CB8AC3E}">
        <p14:creationId xmlns:p14="http://schemas.microsoft.com/office/powerpoint/2010/main" val="1862691991"/>
      </p:ext>
    </p:extLst>
  </p:cSld>
  <p:clrMapOvr>
    <a:masterClrMapping/>
  </p:clrMapOvr>
</p:sld>
</file>

<file path=ppt/theme/theme1.xml><?xml version="1.0" encoding="utf-8"?>
<a:theme xmlns:a="http://schemas.openxmlformats.org/drawingml/2006/main" name="Slice">
  <a:themeElements>
    <a:clrScheme name="Slice">
      <a:dk1>
        <a:sysClr val="windowText" lastClr="000000"/>
      </a:dk1>
      <a:lt1>
        <a:sysClr val="window" lastClr="FFFFFF"/>
      </a:lt1>
      <a:dk2>
        <a:srgbClr val="146194"/>
      </a:dk2>
      <a:lt2>
        <a:srgbClr val="76DBF4"/>
      </a:lt2>
      <a:accent1>
        <a:srgbClr val="052F61"/>
      </a:accent1>
      <a:accent2>
        <a:srgbClr val="A50E82"/>
      </a:accent2>
      <a:accent3>
        <a:srgbClr val="14967C"/>
      </a:accent3>
      <a:accent4>
        <a:srgbClr val="6A9E1F"/>
      </a:accent4>
      <a:accent5>
        <a:srgbClr val="E87D37"/>
      </a:accent5>
      <a:accent6>
        <a:srgbClr val="C62324"/>
      </a:accent6>
      <a:hlink>
        <a:srgbClr val="0D2E46"/>
      </a:hlink>
      <a:folHlink>
        <a:srgbClr val="356A95"/>
      </a:folHlink>
    </a:clrScheme>
    <a:fontScheme name="Slice">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Slice">
      <a:fillStyleLst>
        <a:solidFill>
          <a:schemeClr val="phClr"/>
        </a:solidFill>
        <a:gradFill rotWithShape="1">
          <a:gsLst>
            <a:gs pos="0">
              <a:schemeClr val="phClr">
                <a:tint val="62000"/>
                <a:hueMod val="94000"/>
                <a:satMod val="140000"/>
                <a:lumMod val="110000"/>
              </a:schemeClr>
            </a:gs>
            <a:gs pos="100000">
              <a:schemeClr val="phClr">
                <a:tint val="84000"/>
                <a:satMod val="160000"/>
              </a:schemeClr>
            </a:gs>
          </a:gsLst>
          <a:lin ang="5400000" scaled="0"/>
        </a:gradFill>
        <a:gradFill rotWithShape="1">
          <a:gsLst>
            <a:gs pos="0">
              <a:schemeClr val="phClr">
                <a:tint val="98000"/>
                <a:hueMod val="94000"/>
                <a:satMod val="130000"/>
                <a:lumMod val="138000"/>
              </a:schemeClr>
            </a:gs>
            <a:gs pos="100000">
              <a:schemeClr val="phClr">
                <a:shade val="94000"/>
                <a:lumMod val="88000"/>
              </a:schemeClr>
            </a:gs>
          </a:gsLst>
          <a:lin ang="5400000" scaled="0"/>
        </a:gradFill>
      </a:fillStyleLst>
      <a:lnStyleLst>
        <a:ln w="9525" cap="rnd" cmpd="sng" algn="ctr">
          <a:solidFill>
            <a:schemeClr val="phClr">
              <a:tint val="76000"/>
              <a:alpha val="60000"/>
              <a:hueMod val="94000"/>
            </a:schemeClr>
          </a:solidFill>
          <a:prstDash val="solid"/>
        </a:ln>
        <a:ln w="12700" cap="rnd" cmpd="sng" algn="ctr">
          <a:solidFill>
            <a:schemeClr val="phClr">
              <a:hueMod val="94000"/>
            </a:schemeClr>
          </a:solidFill>
          <a:prstDash val="solid"/>
        </a:ln>
        <a:ln w="28575" cap="rnd"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50800" dist="38100" dir="5400000" rotWithShape="0">
              <a:srgbClr val="000000">
                <a:alpha val="46000"/>
              </a:srgbClr>
            </a:outerShdw>
          </a:effectLst>
          <a:scene3d>
            <a:camera prst="orthographicFront">
              <a:rot lat="0" lon="0" rev="0"/>
            </a:camera>
            <a:lightRig rig="threePt" dir="t"/>
          </a:scene3d>
          <a:sp3d prstMaterial="plastic">
            <a:bevelT w="25400" h="25400"/>
          </a:sp3d>
        </a:effectStyle>
      </a:effectStyleLst>
      <a:bgFillStyleLst>
        <a:solidFill>
          <a:schemeClr val="phClr"/>
        </a:solidFill>
        <a:gradFill rotWithShape="1">
          <a:gsLst>
            <a:gs pos="10000">
              <a:schemeClr val="phClr">
                <a:tint val="97000"/>
                <a:hueMod val="92000"/>
                <a:satMod val="169000"/>
                <a:lumMod val="164000"/>
              </a:schemeClr>
            </a:gs>
            <a:gs pos="100000">
              <a:schemeClr val="phClr">
                <a:shade val="96000"/>
                <a:satMod val="120000"/>
                <a:lumMod val="90000"/>
              </a:schemeClr>
            </a:gs>
          </a:gsLst>
          <a:lin ang="6120000" scaled="1"/>
        </a:gradFill>
        <a:gradFill rotWithShape="1">
          <a:gsLst>
            <a:gs pos="0">
              <a:schemeClr val="phClr">
                <a:tint val="97000"/>
                <a:hueMod val="92000"/>
                <a:satMod val="169000"/>
                <a:lumMod val="164000"/>
              </a:schemeClr>
            </a:gs>
            <a:gs pos="100000">
              <a:schemeClr val="phClr">
                <a:shade val="96000"/>
                <a:satMod val="120000"/>
                <a:lumMod val="90000"/>
              </a:schemeClr>
            </a:gs>
          </a:gsLst>
          <a:path path="circle">
            <a:fillToRect b="100000"/>
          </a:path>
        </a:gradFill>
      </a:bgFillStyleLst>
    </a:fmtScheme>
  </a:themeElements>
  <a:objectDefaults/>
  <a:extraClrSchemeLst/>
  <a:extLst>
    <a:ext uri="{05A4C25C-085E-4340-85A3-A5531E510DB2}">
      <thm15:themeFamily xmlns:thm15="http://schemas.microsoft.com/office/thememl/2012/main" name="Slice" id="{0507925B-6AC9-4358-8E18-C330545D08F8}" vid="{13FEC7C6-62A9-40C4-99D2-581AACACAA2F}"/>
    </a:ext>
  </a:extLst>
</a:theme>
</file>

<file path=docProps/app.xml><?xml version="1.0" encoding="utf-8"?>
<Properties xmlns="http://schemas.openxmlformats.org/officeDocument/2006/extended-properties" xmlns:vt="http://schemas.openxmlformats.org/officeDocument/2006/docPropsVTypes">
  <Template>Slice</Template>
  <TotalTime>130</TotalTime>
  <Words>582</Words>
  <Application>Microsoft Office PowerPoint</Application>
  <PresentationFormat>On-screen Show (4:3)</PresentationFormat>
  <Paragraphs>148</Paragraphs>
  <Slides>8</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8</vt:i4>
      </vt:variant>
    </vt:vector>
  </HeadingPairs>
  <TitlesOfParts>
    <vt:vector size="15" baseType="lpstr">
      <vt:lpstr>Arial</vt:lpstr>
      <vt:lpstr>Arial Unicode MS</vt:lpstr>
      <vt:lpstr>Calibri</vt:lpstr>
      <vt:lpstr>Cambria</vt:lpstr>
      <vt:lpstr>Century Gothic</vt:lpstr>
      <vt:lpstr>Wingdings 3</vt:lpstr>
      <vt:lpstr>Slice</vt:lpstr>
      <vt:lpstr>INTRODUCTION </vt:lpstr>
      <vt:lpstr>Grammar</vt:lpstr>
      <vt:lpstr>FIRST and FOLLOW Sets</vt:lpstr>
      <vt:lpstr>LL(1) Parse Table</vt:lpstr>
      <vt:lpstr>PowerPoint Presentation</vt:lpstr>
      <vt:lpstr>PowerPoint Presentation</vt:lpstr>
      <vt:lpstr>Conclusion </vt:lpstr>
      <vt:lpstr>Fell free to ask any question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s m nabil ausaf</dc:creator>
  <cp:keywords/>
  <dc:description>generated using python-pptx</dc:description>
  <cp:lastModifiedBy>s m nabil ausaf</cp:lastModifiedBy>
  <cp:revision>27</cp:revision>
  <dcterms:created xsi:type="dcterms:W3CDTF">2013-01-27T09:14:16Z</dcterms:created>
  <dcterms:modified xsi:type="dcterms:W3CDTF">2025-08-02T17:00:32Z</dcterms:modified>
  <cp:category/>
</cp:coreProperties>
</file>